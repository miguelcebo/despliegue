
<file path=[Content_Types].xml><?xml version="1.0" encoding="utf-8"?>
<Types xmlns="http://schemas.openxmlformats.org/package/2006/content-types">
  <Default Extension="png"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5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16" y="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0" Type="http://schemas.openxmlformats.org/officeDocument/2006/relationships/slide" Target="slides/slide78.xml"/><Relationship Id="rId85" Type="http://schemas.openxmlformats.org/officeDocument/2006/relationships/slide" Target="slides/slide83.xml"/><Relationship Id="rId150" Type="http://schemas.openxmlformats.org/officeDocument/2006/relationships/slide" Target="slides/slide148.xml"/><Relationship Id="rId155" Type="http://schemas.openxmlformats.org/officeDocument/2006/relationships/viewProps" Target="viewProps.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slide" Target="slides/slide122.xml"/><Relationship Id="rId129" Type="http://schemas.openxmlformats.org/officeDocument/2006/relationships/slide" Target="slides/slide127.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40" Type="http://schemas.openxmlformats.org/officeDocument/2006/relationships/slide" Target="slides/slide138.xml"/><Relationship Id="rId145" Type="http://schemas.openxmlformats.org/officeDocument/2006/relationships/slide" Target="slides/slide143.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0" Type="http://schemas.openxmlformats.org/officeDocument/2006/relationships/slide" Target="slides/slide128.xml"/><Relationship Id="rId135" Type="http://schemas.openxmlformats.org/officeDocument/2006/relationships/slide" Target="slides/slide133.xml"/><Relationship Id="rId151" Type="http://schemas.openxmlformats.org/officeDocument/2006/relationships/slide" Target="slides/slide149.xml"/><Relationship Id="rId156" Type="http://schemas.openxmlformats.org/officeDocument/2006/relationships/theme" Target="theme/theme1.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slide" Target="slides/slide123.xml"/><Relationship Id="rId141" Type="http://schemas.openxmlformats.org/officeDocument/2006/relationships/slide" Target="slides/slide139.xml"/><Relationship Id="rId146" Type="http://schemas.openxmlformats.org/officeDocument/2006/relationships/slide" Target="slides/slide14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tableStyles" Target="tableStyles.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notesMaster" Target="notesMasters/notesMaster1.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4" Type="http://schemas.openxmlformats.org/officeDocument/2006/relationships/slide" Target="slides/slide2.xml"/><Relationship Id="rId9" Type="http://schemas.openxmlformats.org/officeDocument/2006/relationships/slide" Target="slides/slide7.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presProps" Target="presProps.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4" name="PlaceHolder 1"/>
          <p:cNvSpPr>
            <a:spLocks noGrp="1" noRot="1" noChangeAspect="1"/>
          </p:cNvSpPr>
          <p:nvPr>
            <p:ph type="sldImg"/>
          </p:nvPr>
        </p:nvSpPr>
        <p:spPr>
          <a:xfrm>
            <a:off x="216000" y="812520"/>
            <a:ext cx="7127280" cy="4008960"/>
          </a:xfrm>
          <a:prstGeom prst="rect">
            <a:avLst/>
          </a:prstGeom>
        </p:spPr>
        <p:txBody>
          <a:bodyPr lIns="0" tIns="0" rIns="0" bIns="0" anchor="ctr"/>
          <a:lstStyle/>
          <a:p>
            <a:r>
              <a:rPr lang="es-ES" sz="1800" b="0" strike="noStrike" spc="-1">
                <a:solidFill>
                  <a:srgbClr val="000000"/>
                </a:solidFill>
                <a:latin typeface="Arial"/>
              </a:rPr>
              <a:t>Pulse para desplazar la página</a:t>
            </a:r>
          </a:p>
        </p:txBody>
      </p:sp>
      <p:sp>
        <p:nvSpPr>
          <p:cNvPr id="85" name="PlaceHolder 2"/>
          <p:cNvSpPr>
            <a:spLocks noGrp="1"/>
          </p:cNvSpPr>
          <p:nvPr>
            <p:ph type="body"/>
          </p:nvPr>
        </p:nvSpPr>
        <p:spPr>
          <a:xfrm>
            <a:off x="756000" y="5078520"/>
            <a:ext cx="6047640" cy="4811040"/>
          </a:xfrm>
          <a:prstGeom prst="rect">
            <a:avLst/>
          </a:prstGeom>
        </p:spPr>
        <p:txBody>
          <a:bodyPr lIns="0" tIns="0" rIns="0" bIns="0"/>
          <a:lstStyle/>
          <a:p>
            <a:r>
              <a:rPr lang="es-ES" sz="2000" b="0" strike="noStrike" spc="-1">
                <a:latin typeface="Arial"/>
              </a:rPr>
              <a:t>Pulse para editar el formato de las notas</a:t>
            </a:r>
          </a:p>
        </p:txBody>
      </p:sp>
      <p:sp>
        <p:nvSpPr>
          <p:cNvPr id="86" name="PlaceHolder 3"/>
          <p:cNvSpPr>
            <a:spLocks noGrp="1"/>
          </p:cNvSpPr>
          <p:nvPr>
            <p:ph type="hdr"/>
          </p:nvPr>
        </p:nvSpPr>
        <p:spPr>
          <a:xfrm>
            <a:off x="0" y="0"/>
            <a:ext cx="3280680" cy="534240"/>
          </a:xfrm>
          <a:prstGeom prst="rect">
            <a:avLst/>
          </a:prstGeom>
        </p:spPr>
        <p:txBody>
          <a:bodyPr lIns="0" tIns="0" rIns="0" bIns="0"/>
          <a:lstStyle/>
          <a:p>
            <a:r>
              <a:rPr lang="es-ES" sz="1400" b="0" strike="noStrike" spc="-1">
                <a:latin typeface="Times New Roman"/>
              </a:rPr>
              <a:t>&lt;cabecera&gt;</a:t>
            </a:r>
          </a:p>
        </p:txBody>
      </p:sp>
      <p:sp>
        <p:nvSpPr>
          <p:cNvPr id="87" name="PlaceHolder 4"/>
          <p:cNvSpPr>
            <a:spLocks noGrp="1"/>
          </p:cNvSpPr>
          <p:nvPr>
            <p:ph type="dt"/>
          </p:nvPr>
        </p:nvSpPr>
        <p:spPr>
          <a:xfrm>
            <a:off x="4278960" y="0"/>
            <a:ext cx="3280680" cy="534240"/>
          </a:xfrm>
          <a:prstGeom prst="rect">
            <a:avLst/>
          </a:prstGeom>
        </p:spPr>
        <p:txBody>
          <a:bodyPr lIns="0" tIns="0" rIns="0" bIns="0"/>
          <a:lstStyle/>
          <a:p>
            <a:pPr algn="r"/>
            <a:r>
              <a:rPr lang="es-ES" sz="1400" b="0" strike="noStrike" spc="-1">
                <a:latin typeface="Times New Roman"/>
              </a:rPr>
              <a:t>&lt;fecha/hora&gt;</a:t>
            </a:r>
          </a:p>
        </p:txBody>
      </p:sp>
      <p:sp>
        <p:nvSpPr>
          <p:cNvPr id="88" name="PlaceHolder 5"/>
          <p:cNvSpPr>
            <a:spLocks noGrp="1"/>
          </p:cNvSpPr>
          <p:nvPr>
            <p:ph type="ftr"/>
          </p:nvPr>
        </p:nvSpPr>
        <p:spPr>
          <a:xfrm>
            <a:off x="0" y="10157400"/>
            <a:ext cx="3280680" cy="534240"/>
          </a:xfrm>
          <a:prstGeom prst="rect">
            <a:avLst/>
          </a:prstGeom>
        </p:spPr>
        <p:txBody>
          <a:bodyPr lIns="0" tIns="0" rIns="0" bIns="0" anchor="b"/>
          <a:lstStyle/>
          <a:p>
            <a:r>
              <a:rPr lang="es-ES" sz="1400" b="0" strike="noStrike" spc="-1">
                <a:latin typeface="Times New Roman"/>
              </a:rPr>
              <a:t>&lt;pie de página&gt;</a:t>
            </a:r>
          </a:p>
        </p:txBody>
      </p:sp>
      <p:sp>
        <p:nvSpPr>
          <p:cNvPr id="89" name="PlaceHolder 6"/>
          <p:cNvSpPr>
            <a:spLocks noGrp="1"/>
          </p:cNvSpPr>
          <p:nvPr>
            <p:ph type="sldNum"/>
          </p:nvPr>
        </p:nvSpPr>
        <p:spPr>
          <a:xfrm>
            <a:off x="4278960" y="10157400"/>
            <a:ext cx="3280680" cy="534240"/>
          </a:xfrm>
          <a:prstGeom prst="rect">
            <a:avLst/>
          </a:prstGeom>
        </p:spPr>
        <p:txBody>
          <a:bodyPr lIns="0" tIns="0" rIns="0" bIns="0" anchor="b"/>
          <a:lstStyle/>
          <a:p>
            <a:pPr algn="r"/>
            <a:fld id="{79309297-7E1F-4B1F-8922-1C1FC4848FF7}" type="slidenum">
              <a:rPr lang="es-ES" sz="1400" b="0" strike="noStrike" spc="-1">
                <a:latin typeface="Times New Roman"/>
              </a:rPr>
              <a:t>‹Nº›</a:t>
            </a:fld>
            <a:endParaRPr lang="es-ES" sz="1400" b="0" strike="noStrike" spc="-1">
              <a:latin typeface="Times New Roman"/>
            </a:endParaRPr>
          </a:p>
        </p:txBody>
      </p:sp>
    </p:spTree>
    <p:extLst>
      <p:ext uri="{BB962C8B-B14F-4D97-AF65-F5344CB8AC3E}">
        <p14:creationId xmlns:p14="http://schemas.microsoft.com/office/powerpoint/2010/main" val="30964840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761526B-A649-4B50-98D9-9451C2D7C176}" type="slidenum">
              <a:rPr lang="es-ES" sz="1200" b="0" strike="noStrike" spc="-1">
                <a:solidFill>
                  <a:srgbClr val="000000"/>
                </a:solidFill>
                <a:latin typeface="Arial"/>
                <a:ea typeface="+mn-ea"/>
              </a:rPr>
              <a:t>1</a:t>
            </a:fld>
            <a:endParaRPr lang="es-ES" sz="1200" b="0" strike="noStrike" spc="-1">
              <a:latin typeface="Arial"/>
            </a:endParaRPr>
          </a:p>
        </p:txBody>
      </p:sp>
      <p:sp>
        <p:nvSpPr>
          <p:cNvPr id="754" name="PlaceHolder 2"/>
          <p:cNvSpPr>
            <a:spLocks noGrp="1" noRot="1" noChangeAspect="1"/>
          </p:cNvSpPr>
          <p:nvPr>
            <p:ph type="sldImg"/>
          </p:nvPr>
        </p:nvSpPr>
        <p:spPr>
          <a:xfrm>
            <a:off x="1143000" y="685800"/>
            <a:ext cx="4570920" cy="3427920"/>
          </a:xfrm>
          <a:prstGeom prst="rect">
            <a:avLst/>
          </a:prstGeom>
        </p:spPr>
      </p:sp>
      <p:sp>
        <p:nvSpPr>
          <p:cNvPr id="75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59940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B5B41A0-A4EF-4254-90E1-F9AF158AF8DB}" type="slidenum">
              <a:rPr lang="es-ES" sz="1200" b="0" strike="noStrike" spc="-1">
                <a:solidFill>
                  <a:srgbClr val="000000"/>
                </a:solidFill>
                <a:latin typeface="Arial"/>
                <a:ea typeface="+mn-ea"/>
              </a:rPr>
              <a:t>2</a:t>
            </a:fld>
            <a:endParaRPr lang="es-ES" sz="1200" b="0" strike="noStrike" spc="-1">
              <a:latin typeface="Arial"/>
            </a:endParaRPr>
          </a:p>
        </p:txBody>
      </p:sp>
      <p:sp>
        <p:nvSpPr>
          <p:cNvPr id="757" name="PlaceHolder 2"/>
          <p:cNvSpPr>
            <a:spLocks noGrp="1" noRot="1" noChangeAspect="1"/>
          </p:cNvSpPr>
          <p:nvPr>
            <p:ph type="sldImg"/>
          </p:nvPr>
        </p:nvSpPr>
        <p:spPr>
          <a:xfrm>
            <a:off x="1143000" y="685800"/>
            <a:ext cx="4570920" cy="3427920"/>
          </a:xfrm>
          <a:prstGeom prst="rect">
            <a:avLst/>
          </a:prstGeom>
        </p:spPr>
      </p:sp>
      <p:sp>
        <p:nvSpPr>
          <p:cNvPr id="75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897874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FCCE5DF-4F9E-4C06-9AC1-76E092957C9F}" type="slidenum">
              <a:rPr lang="es-ES" sz="1200" b="0" strike="noStrike" spc="-1">
                <a:solidFill>
                  <a:srgbClr val="000000"/>
                </a:solidFill>
                <a:latin typeface="Arial"/>
                <a:ea typeface="+mn-ea"/>
              </a:rPr>
              <a:t>3</a:t>
            </a:fld>
            <a:endParaRPr lang="es-ES" sz="1200" b="0" strike="noStrike" spc="-1">
              <a:latin typeface="Arial"/>
            </a:endParaRPr>
          </a:p>
        </p:txBody>
      </p:sp>
      <p:sp>
        <p:nvSpPr>
          <p:cNvPr id="760" name="PlaceHolder 2"/>
          <p:cNvSpPr>
            <a:spLocks noGrp="1" noRot="1" noChangeAspect="1"/>
          </p:cNvSpPr>
          <p:nvPr>
            <p:ph type="sldImg"/>
          </p:nvPr>
        </p:nvSpPr>
        <p:spPr>
          <a:xfrm>
            <a:off x="1143000" y="685800"/>
            <a:ext cx="4570920" cy="3427920"/>
          </a:xfrm>
          <a:prstGeom prst="rect">
            <a:avLst/>
          </a:prstGeom>
        </p:spPr>
      </p:sp>
      <p:sp>
        <p:nvSpPr>
          <p:cNvPr id="76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8958956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77BEAF6-2D01-4E96-BABB-48C8A20C9780}" type="slidenum">
              <a:rPr lang="es-ES" sz="1200" b="0" strike="noStrike" spc="-1">
                <a:solidFill>
                  <a:srgbClr val="000000"/>
                </a:solidFill>
                <a:latin typeface="Arial"/>
                <a:ea typeface="+mn-ea"/>
              </a:rPr>
              <a:t>4</a:t>
            </a:fld>
            <a:endParaRPr lang="es-ES" sz="1200" b="0" strike="noStrike" spc="-1">
              <a:latin typeface="Arial"/>
            </a:endParaRPr>
          </a:p>
        </p:txBody>
      </p:sp>
      <p:sp>
        <p:nvSpPr>
          <p:cNvPr id="763" name="PlaceHolder 2"/>
          <p:cNvSpPr>
            <a:spLocks noGrp="1" noRot="1" noChangeAspect="1"/>
          </p:cNvSpPr>
          <p:nvPr>
            <p:ph type="sldImg"/>
          </p:nvPr>
        </p:nvSpPr>
        <p:spPr>
          <a:xfrm>
            <a:off x="1143000" y="685800"/>
            <a:ext cx="4570920" cy="3427920"/>
          </a:xfrm>
          <a:prstGeom prst="rect">
            <a:avLst/>
          </a:prstGeom>
        </p:spPr>
      </p:sp>
      <p:sp>
        <p:nvSpPr>
          <p:cNvPr id="76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2500912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9022EDAA-E0D7-4E37-80EC-76A6D0ADF651}" type="slidenum">
              <a:rPr lang="es-ES" sz="1200" b="0" strike="noStrike" spc="-1">
                <a:solidFill>
                  <a:srgbClr val="000000"/>
                </a:solidFill>
                <a:latin typeface="Arial"/>
                <a:ea typeface="+mn-ea"/>
              </a:rPr>
              <a:t>5</a:t>
            </a:fld>
            <a:endParaRPr lang="es-ES" sz="1200" b="0" strike="noStrike" spc="-1">
              <a:latin typeface="Arial"/>
            </a:endParaRPr>
          </a:p>
        </p:txBody>
      </p:sp>
      <p:sp>
        <p:nvSpPr>
          <p:cNvPr id="766" name="PlaceHolder 2"/>
          <p:cNvSpPr>
            <a:spLocks noGrp="1" noRot="1" noChangeAspect="1"/>
          </p:cNvSpPr>
          <p:nvPr>
            <p:ph type="sldImg"/>
          </p:nvPr>
        </p:nvSpPr>
        <p:spPr>
          <a:xfrm>
            <a:off x="1143000" y="685800"/>
            <a:ext cx="4570920" cy="3427920"/>
          </a:xfrm>
          <a:prstGeom prst="rect">
            <a:avLst/>
          </a:prstGeom>
        </p:spPr>
      </p:sp>
      <p:sp>
        <p:nvSpPr>
          <p:cNvPr id="76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235740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524367B-FF15-43EC-9754-8066F451588A}" type="slidenum">
              <a:rPr lang="es-ES" sz="1200" b="0" strike="noStrike" spc="-1">
                <a:solidFill>
                  <a:srgbClr val="000000"/>
                </a:solidFill>
                <a:latin typeface="Arial"/>
                <a:ea typeface="+mn-ea"/>
              </a:rPr>
              <a:t>6</a:t>
            </a:fld>
            <a:endParaRPr lang="es-ES" sz="1200" b="0" strike="noStrike" spc="-1">
              <a:latin typeface="Arial"/>
            </a:endParaRPr>
          </a:p>
        </p:txBody>
      </p:sp>
      <p:sp>
        <p:nvSpPr>
          <p:cNvPr id="769" name="PlaceHolder 2"/>
          <p:cNvSpPr>
            <a:spLocks noGrp="1" noRot="1" noChangeAspect="1"/>
          </p:cNvSpPr>
          <p:nvPr>
            <p:ph type="sldImg"/>
          </p:nvPr>
        </p:nvSpPr>
        <p:spPr>
          <a:xfrm>
            <a:off x="1143000" y="685800"/>
            <a:ext cx="4570920" cy="3427920"/>
          </a:xfrm>
          <a:prstGeom prst="rect">
            <a:avLst/>
          </a:prstGeom>
        </p:spPr>
      </p:sp>
      <p:sp>
        <p:nvSpPr>
          <p:cNvPr id="77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820555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C83D1C6-AB3B-41BF-82E2-DF89D52CCE68}" type="slidenum">
              <a:rPr lang="es-ES" sz="1200" b="0" strike="noStrike" spc="-1">
                <a:solidFill>
                  <a:srgbClr val="000000"/>
                </a:solidFill>
                <a:latin typeface="Arial"/>
                <a:ea typeface="+mn-ea"/>
              </a:rPr>
              <a:t>7</a:t>
            </a:fld>
            <a:endParaRPr lang="es-ES" sz="1200" b="0" strike="noStrike" spc="-1">
              <a:latin typeface="Arial"/>
            </a:endParaRPr>
          </a:p>
        </p:txBody>
      </p:sp>
      <p:sp>
        <p:nvSpPr>
          <p:cNvPr id="772" name="PlaceHolder 2"/>
          <p:cNvSpPr>
            <a:spLocks noGrp="1" noRot="1" noChangeAspect="1"/>
          </p:cNvSpPr>
          <p:nvPr>
            <p:ph type="sldImg"/>
          </p:nvPr>
        </p:nvSpPr>
        <p:spPr>
          <a:xfrm>
            <a:off x="1143000" y="685800"/>
            <a:ext cx="4570413" cy="3427413"/>
          </a:xfrm>
          <a:prstGeom prst="rect">
            <a:avLst/>
          </a:prstGeom>
        </p:spPr>
      </p:sp>
      <p:sp>
        <p:nvSpPr>
          <p:cNvPr id="77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5712212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D5C896EF-2902-4614-BA6A-C1C0FE6B4E4A}" type="slidenum">
              <a:rPr lang="es-ES" sz="1200" b="0" strike="noStrike" spc="-1">
                <a:solidFill>
                  <a:srgbClr val="000000"/>
                </a:solidFill>
                <a:latin typeface="Arial"/>
                <a:ea typeface="+mn-ea"/>
              </a:rPr>
              <a:t>8</a:t>
            </a:fld>
            <a:endParaRPr lang="es-ES" sz="1200" b="0" strike="noStrike" spc="-1">
              <a:latin typeface="Arial"/>
            </a:endParaRPr>
          </a:p>
        </p:txBody>
      </p:sp>
      <p:sp>
        <p:nvSpPr>
          <p:cNvPr id="775" name="PlaceHolder 2"/>
          <p:cNvSpPr>
            <a:spLocks noGrp="1" noRot="1" noChangeAspect="1"/>
          </p:cNvSpPr>
          <p:nvPr>
            <p:ph type="sldImg"/>
          </p:nvPr>
        </p:nvSpPr>
        <p:spPr>
          <a:xfrm>
            <a:off x="1143000" y="685800"/>
            <a:ext cx="4570920" cy="3427920"/>
          </a:xfrm>
          <a:prstGeom prst="rect">
            <a:avLst/>
          </a:prstGeom>
        </p:spPr>
      </p:sp>
      <p:sp>
        <p:nvSpPr>
          <p:cNvPr id="77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24712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012E7F1-0E84-42A6-9CF2-4A48A433904A}" type="slidenum">
              <a:rPr lang="es-ES" sz="1200" b="0" strike="noStrike" spc="-1">
                <a:solidFill>
                  <a:srgbClr val="000000"/>
                </a:solidFill>
                <a:latin typeface="Arial"/>
                <a:ea typeface="+mn-ea"/>
              </a:rPr>
              <a:t>9</a:t>
            </a:fld>
            <a:endParaRPr lang="es-ES" sz="1200" b="0" strike="noStrike" spc="-1">
              <a:latin typeface="Arial"/>
            </a:endParaRPr>
          </a:p>
        </p:txBody>
      </p:sp>
      <p:sp>
        <p:nvSpPr>
          <p:cNvPr id="778" name="PlaceHolder 2"/>
          <p:cNvSpPr>
            <a:spLocks noGrp="1" noRot="1" noChangeAspect="1"/>
          </p:cNvSpPr>
          <p:nvPr>
            <p:ph type="sldImg"/>
          </p:nvPr>
        </p:nvSpPr>
        <p:spPr>
          <a:xfrm>
            <a:off x="1143000" y="685800"/>
            <a:ext cx="4570920" cy="3427920"/>
          </a:xfrm>
          <a:prstGeom prst="rect">
            <a:avLst/>
          </a:prstGeom>
        </p:spPr>
      </p:sp>
      <p:sp>
        <p:nvSpPr>
          <p:cNvPr id="77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807390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32EB759-AB4A-4E08-AD0A-37487D24AE63}" type="slidenum">
              <a:rPr lang="es-ES" sz="1200" b="0" strike="noStrike" spc="-1">
                <a:solidFill>
                  <a:srgbClr val="000000"/>
                </a:solidFill>
                <a:latin typeface="Arial"/>
                <a:ea typeface="+mn-ea"/>
              </a:rPr>
              <a:t>10</a:t>
            </a:fld>
            <a:endParaRPr lang="es-ES" sz="1200" b="0" strike="noStrike" spc="-1">
              <a:latin typeface="Arial"/>
            </a:endParaRPr>
          </a:p>
        </p:txBody>
      </p:sp>
      <p:sp>
        <p:nvSpPr>
          <p:cNvPr id="781" name="PlaceHolder 2"/>
          <p:cNvSpPr>
            <a:spLocks noGrp="1" noRot="1" noChangeAspect="1"/>
          </p:cNvSpPr>
          <p:nvPr>
            <p:ph type="sldImg"/>
          </p:nvPr>
        </p:nvSpPr>
        <p:spPr>
          <a:xfrm>
            <a:off x="1143000" y="685800"/>
            <a:ext cx="4570920" cy="3427920"/>
          </a:xfrm>
          <a:prstGeom prst="rect">
            <a:avLst/>
          </a:prstGeom>
        </p:spPr>
      </p:sp>
      <p:sp>
        <p:nvSpPr>
          <p:cNvPr id="78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267646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ED2CE22-AED2-4150-8BED-BFCB3FDA444E}" type="slidenum">
              <a:rPr lang="es-ES" sz="1200" b="0" strike="noStrike" spc="-1">
                <a:solidFill>
                  <a:srgbClr val="000000"/>
                </a:solidFill>
                <a:latin typeface="Arial"/>
                <a:ea typeface="+mn-ea"/>
              </a:rPr>
              <a:t>11</a:t>
            </a:fld>
            <a:endParaRPr lang="es-ES" sz="1200" b="0" strike="noStrike" spc="-1">
              <a:latin typeface="Arial"/>
            </a:endParaRPr>
          </a:p>
        </p:txBody>
      </p:sp>
      <p:sp>
        <p:nvSpPr>
          <p:cNvPr id="784" name="PlaceHolder 2"/>
          <p:cNvSpPr>
            <a:spLocks noGrp="1" noRot="1" noChangeAspect="1"/>
          </p:cNvSpPr>
          <p:nvPr>
            <p:ph type="sldImg"/>
          </p:nvPr>
        </p:nvSpPr>
        <p:spPr>
          <a:xfrm>
            <a:off x="1143000" y="685800"/>
            <a:ext cx="4570920" cy="3427920"/>
          </a:xfrm>
          <a:prstGeom prst="rect">
            <a:avLst/>
          </a:prstGeom>
        </p:spPr>
      </p:sp>
      <p:sp>
        <p:nvSpPr>
          <p:cNvPr id="78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433281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5241BC5-157F-4748-B5DB-742FB47E3A67}" type="slidenum">
              <a:rPr lang="es-ES" sz="1200" b="0" strike="noStrike" spc="-1">
                <a:solidFill>
                  <a:srgbClr val="000000"/>
                </a:solidFill>
                <a:latin typeface="Arial"/>
                <a:ea typeface="+mn-ea"/>
              </a:rPr>
              <a:t>12</a:t>
            </a:fld>
            <a:endParaRPr lang="es-ES" sz="1200" b="0" strike="noStrike" spc="-1">
              <a:latin typeface="Arial"/>
            </a:endParaRPr>
          </a:p>
        </p:txBody>
      </p:sp>
      <p:sp>
        <p:nvSpPr>
          <p:cNvPr id="787" name="PlaceHolder 2"/>
          <p:cNvSpPr>
            <a:spLocks noGrp="1" noRot="1" noChangeAspect="1"/>
          </p:cNvSpPr>
          <p:nvPr>
            <p:ph type="sldImg"/>
          </p:nvPr>
        </p:nvSpPr>
        <p:spPr>
          <a:xfrm>
            <a:off x="1143000" y="685800"/>
            <a:ext cx="4570920" cy="3427920"/>
          </a:xfrm>
          <a:prstGeom prst="rect">
            <a:avLst/>
          </a:prstGeom>
        </p:spPr>
      </p:sp>
      <p:sp>
        <p:nvSpPr>
          <p:cNvPr id="78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1022578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6065DB0-F683-41E7-A9EA-3EED89A2C2EC}" type="slidenum">
              <a:rPr lang="es-ES" sz="1200" b="0" strike="noStrike" spc="-1">
                <a:solidFill>
                  <a:srgbClr val="000000"/>
                </a:solidFill>
                <a:latin typeface="Arial"/>
                <a:ea typeface="+mn-ea"/>
              </a:rPr>
              <a:t>13</a:t>
            </a:fld>
            <a:endParaRPr lang="es-ES" sz="1200" b="0" strike="noStrike" spc="-1">
              <a:latin typeface="Arial"/>
            </a:endParaRPr>
          </a:p>
        </p:txBody>
      </p:sp>
      <p:sp>
        <p:nvSpPr>
          <p:cNvPr id="790" name="PlaceHolder 2"/>
          <p:cNvSpPr>
            <a:spLocks noGrp="1" noRot="1" noChangeAspect="1"/>
          </p:cNvSpPr>
          <p:nvPr>
            <p:ph type="sldImg"/>
          </p:nvPr>
        </p:nvSpPr>
        <p:spPr>
          <a:xfrm>
            <a:off x="1143000" y="685800"/>
            <a:ext cx="4570920" cy="3427920"/>
          </a:xfrm>
          <a:prstGeom prst="rect">
            <a:avLst/>
          </a:prstGeom>
        </p:spPr>
      </p:sp>
      <p:sp>
        <p:nvSpPr>
          <p:cNvPr id="79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1997494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01EDBDF7-A80E-460C-891A-9835E2F7D370}" type="slidenum">
              <a:rPr lang="es-ES" sz="1200" b="0" strike="noStrike" spc="-1">
                <a:solidFill>
                  <a:srgbClr val="000000"/>
                </a:solidFill>
                <a:latin typeface="Arial"/>
                <a:ea typeface="+mn-ea"/>
              </a:rPr>
              <a:t>14</a:t>
            </a:fld>
            <a:endParaRPr lang="es-ES" sz="1200" b="0" strike="noStrike" spc="-1">
              <a:latin typeface="Arial"/>
            </a:endParaRPr>
          </a:p>
        </p:txBody>
      </p:sp>
      <p:sp>
        <p:nvSpPr>
          <p:cNvPr id="793" name="PlaceHolder 2"/>
          <p:cNvSpPr>
            <a:spLocks noGrp="1" noRot="1" noChangeAspect="1"/>
          </p:cNvSpPr>
          <p:nvPr>
            <p:ph type="sldImg"/>
          </p:nvPr>
        </p:nvSpPr>
        <p:spPr>
          <a:xfrm>
            <a:off x="1143000" y="685800"/>
            <a:ext cx="4570920" cy="3427920"/>
          </a:xfrm>
          <a:prstGeom prst="rect">
            <a:avLst/>
          </a:prstGeom>
        </p:spPr>
      </p:sp>
      <p:sp>
        <p:nvSpPr>
          <p:cNvPr id="79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8009895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01DAB93-6364-4C98-B612-756DBF73FF7D}" type="slidenum">
              <a:rPr lang="es-ES" sz="1200" b="0" strike="noStrike" spc="-1">
                <a:solidFill>
                  <a:srgbClr val="000000"/>
                </a:solidFill>
                <a:latin typeface="Arial"/>
                <a:ea typeface="+mn-ea"/>
              </a:rPr>
              <a:t>15</a:t>
            </a:fld>
            <a:endParaRPr lang="es-ES" sz="1200" b="0" strike="noStrike" spc="-1">
              <a:latin typeface="Arial"/>
            </a:endParaRPr>
          </a:p>
        </p:txBody>
      </p:sp>
      <p:sp>
        <p:nvSpPr>
          <p:cNvPr id="796" name="PlaceHolder 2"/>
          <p:cNvSpPr>
            <a:spLocks noGrp="1" noRot="1" noChangeAspect="1"/>
          </p:cNvSpPr>
          <p:nvPr>
            <p:ph type="sldImg"/>
          </p:nvPr>
        </p:nvSpPr>
        <p:spPr>
          <a:xfrm>
            <a:off x="1143000" y="685800"/>
            <a:ext cx="4570920" cy="3427920"/>
          </a:xfrm>
          <a:prstGeom prst="rect">
            <a:avLst/>
          </a:prstGeom>
        </p:spPr>
      </p:sp>
      <p:sp>
        <p:nvSpPr>
          <p:cNvPr id="79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96691483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F80EF95-E690-41D3-BE82-7322B90F1318}" type="slidenum">
              <a:rPr lang="es-ES" sz="1200" b="0" strike="noStrike" spc="-1">
                <a:solidFill>
                  <a:srgbClr val="000000"/>
                </a:solidFill>
                <a:latin typeface="Arial"/>
                <a:ea typeface="+mn-ea"/>
              </a:rPr>
              <a:t>16</a:t>
            </a:fld>
            <a:endParaRPr lang="es-ES" sz="1200" b="0" strike="noStrike" spc="-1">
              <a:latin typeface="Arial"/>
            </a:endParaRPr>
          </a:p>
        </p:txBody>
      </p:sp>
      <p:sp>
        <p:nvSpPr>
          <p:cNvPr id="799" name="PlaceHolder 2"/>
          <p:cNvSpPr>
            <a:spLocks noGrp="1" noRot="1" noChangeAspect="1"/>
          </p:cNvSpPr>
          <p:nvPr>
            <p:ph type="sldImg"/>
          </p:nvPr>
        </p:nvSpPr>
        <p:spPr>
          <a:xfrm>
            <a:off x="1143000" y="685800"/>
            <a:ext cx="4570920" cy="3427920"/>
          </a:xfrm>
          <a:prstGeom prst="rect">
            <a:avLst/>
          </a:prstGeom>
        </p:spPr>
      </p:sp>
      <p:sp>
        <p:nvSpPr>
          <p:cNvPr id="80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434341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202BDA8-CF2B-459B-86DC-ED71F8B9EA76}" type="slidenum">
              <a:rPr lang="es-ES" sz="1200" b="0" strike="noStrike" spc="-1">
                <a:solidFill>
                  <a:srgbClr val="000000"/>
                </a:solidFill>
                <a:latin typeface="Arial"/>
                <a:ea typeface="+mn-ea"/>
              </a:rPr>
              <a:t>17</a:t>
            </a:fld>
            <a:endParaRPr lang="es-ES" sz="1200" b="0" strike="noStrike" spc="-1">
              <a:latin typeface="Arial"/>
            </a:endParaRPr>
          </a:p>
        </p:txBody>
      </p:sp>
      <p:sp>
        <p:nvSpPr>
          <p:cNvPr id="802" name="PlaceHolder 2"/>
          <p:cNvSpPr>
            <a:spLocks noGrp="1" noRot="1" noChangeAspect="1"/>
          </p:cNvSpPr>
          <p:nvPr>
            <p:ph type="sldImg"/>
          </p:nvPr>
        </p:nvSpPr>
        <p:spPr>
          <a:xfrm>
            <a:off x="1143000" y="685800"/>
            <a:ext cx="4570920" cy="3427920"/>
          </a:xfrm>
          <a:prstGeom prst="rect">
            <a:avLst/>
          </a:prstGeom>
        </p:spPr>
      </p:sp>
      <p:sp>
        <p:nvSpPr>
          <p:cNvPr id="80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227471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0F9EF0E-0131-4517-A137-E115E6F94824}" type="slidenum">
              <a:rPr lang="es-ES" sz="1200" b="0" strike="noStrike" spc="-1">
                <a:solidFill>
                  <a:srgbClr val="000000"/>
                </a:solidFill>
                <a:latin typeface="Arial"/>
                <a:ea typeface="+mn-ea"/>
              </a:rPr>
              <a:t>18</a:t>
            </a:fld>
            <a:endParaRPr lang="es-ES" sz="1200" b="0" strike="noStrike" spc="-1">
              <a:latin typeface="Arial"/>
            </a:endParaRPr>
          </a:p>
        </p:txBody>
      </p:sp>
      <p:sp>
        <p:nvSpPr>
          <p:cNvPr id="805" name="PlaceHolder 2"/>
          <p:cNvSpPr>
            <a:spLocks noGrp="1" noRot="1" noChangeAspect="1"/>
          </p:cNvSpPr>
          <p:nvPr>
            <p:ph type="sldImg"/>
          </p:nvPr>
        </p:nvSpPr>
        <p:spPr>
          <a:xfrm>
            <a:off x="1143000" y="685800"/>
            <a:ext cx="4570920" cy="3427920"/>
          </a:xfrm>
          <a:prstGeom prst="rect">
            <a:avLst/>
          </a:prstGeom>
        </p:spPr>
      </p:sp>
      <p:sp>
        <p:nvSpPr>
          <p:cNvPr id="80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668789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E602422-A50D-45AE-BF4E-E949E3D0F3DF}" type="slidenum">
              <a:rPr lang="es-ES" sz="1200" b="0" strike="noStrike" spc="-1">
                <a:solidFill>
                  <a:srgbClr val="000000"/>
                </a:solidFill>
                <a:latin typeface="Arial"/>
                <a:ea typeface="+mn-ea"/>
              </a:rPr>
              <a:t>19</a:t>
            </a:fld>
            <a:endParaRPr lang="es-ES" sz="1200" b="0" strike="noStrike" spc="-1">
              <a:latin typeface="Arial"/>
            </a:endParaRPr>
          </a:p>
        </p:txBody>
      </p:sp>
      <p:sp>
        <p:nvSpPr>
          <p:cNvPr id="808" name="PlaceHolder 2"/>
          <p:cNvSpPr>
            <a:spLocks noGrp="1" noRot="1" noChangeAspect="1"/>
          </p:cNvSpPr>
          <p:nvPr>
            <p:ph type="sldImg"/>
          </p:nvPr>
        </p:nvSpPr>
        <p:spPr>
          <a:xfrm>
            <a:off x="1143000" y="685800"/>
            <a:ext cx="4570920" cy="3427920"/>
          </a:xfrm>
          <a:prstGeom prst="rect">
            <a:avLst/>
          </a:prstGeom>
        </p:spPr>
      </p:sp>
      <p:sp>
        <p:nvSpPr>
          <p:cNvPr id="80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98327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0297F59D-C0FB-4A3D-B387-D3BF69799891}" type="slidenum">
              <a:rPr lang="es-ES" sz="1200" b="0" strike="noStrike" spc="-1">
                <a:solidFill>
                  <a:srgbClr val="000000"/>
                </a:solidFill>
                <a:latin typeface="Arial"/>
                <a:ea typeface="+mn-ea"/>
              </a:rPr>
              <a:t>20</a:t>
            </a:fld>
            <a:endParaRPr lang="es-ES" sz="1200" b="0" strike="noStrike" spc="-1">
              <a:latin typeface="Arial"/>
            </a:endParaRPr>
          </a:p>
        </p:txBody>
      </p:sp>
      <p:sp>
        <p:nvSpPr>
          <p:cNvPr id="811" name="PlaceHolder 2"/>
          <p:cNvSpPr>
            <a:spLocks noGrp="1" noRot="1" noChangeAspect="1"/>
          </p:cNvSpPr>
          <p:nvPr>
            <p:ph type="sldImg"/>
          </p:nvPr>
        </p:nvSpPr>
        <p:spPr>
          <a:xfrm>
            <a:off x="1143000" y="685800"/>
            <a:ext cx="4570920" cy="3427920"/>
          </a:xfrm>
          <a:prstGeom prst="rect">
            <a:avLst/>
          </a:prstGeom>
        </p:spPr>
      </p:sp>
      <p:sp>
        <p:nvSpPr>
          <p:cNvPr id="81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74212433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97BA279-5401-479F-AA2F-6DACB08FDCD8}" type="slidenum">
              <a:rPr lang="es-ES" sz="1200" b="0" strike="noStrike" spc="-1">
                <a:solidFill>
                  <a:srgbClr val="000000"/>
                </a:solidFill>
                <a:latin typeface="Arial"/>
                <a:ea typeface="+mn-ea"/>
              </a:rPr>
              <a:t>21</a:t>
            </a:fld>
            <a:endParaRPr lang="es-ES" sz="1200" b="0" strike="noStrike" spc="-1">
              <a:latin typeface="Arial"/>
            </a:endParaRPr>
          </a:p>
        </p:txBody>
      </p:sp>
      <p:sp>
        <p:nvSpPr>
          <p:cNvPr id="814" name="PlaceHolder 2"/>
          <p:cNvSpPr>
            <a:spLocks noGrp="1" noRot="1" noChangeAspect="1"/>
          </p:cNvSpPr>
          <p:nvPr>
            <p:ph type="sldImg"/>
          </p:nvPr>
        </p:nvSpPr>
        <p:spPr>
          <a:xfrm>
            <a:off x="1143000" y="685800"/>
            <a:ext cx="4570920" cy="3427920"/>
          </a:xfrm>
          <a:prstGeom prst="rect">
            <a:avLst/>
          </a:prstGeom>
        </p:spPr>
      </p:sp>
      <p:sp>
        <p:nvSpPr>
          <p:cNvPr id="81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00666035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3629C772-D465-4232-A57D-7F71C9832AEE}" type="slidenum">
              <a:rPr lang="es-ES" sz="1200" b="0" strike="noStrike" spc="-1">
                <a:solidFill>
                  <a:srgbClr val="000000"/>
                </a:solidFill>
                <a:latin typeface="Arial"/>
                <a:ea typeface="+mn-ea"/>
              </a:rPr>
              <a:t>22</a:t>
            </a:fld>
            <a:endParaRPr lang="es-ES" sz="1200" b="0" strike="noStrike" spc="-1">
              <a:latin typeface="Arial"/>
            </a:endParaRPr>
          </a:p>
        </p:txBody>
      </p:sp>
      <p:sp>
        <p:nvSpPr>
          <p:cNvPr id="817" name="PlaceHolder 2"/>
          <p:cNvSpPr>
            <a:spLocks noGrp="1" noRot="1" noChangeAspect="1"/>
          </p:cNvSpPr>
          <p:nvPr>
            <p:ph type="sldImg"/>
          </p:nvPr>
        </p:nvSpPr>
        <p:spPr>
          <a:xfrm>
            <a:off x="1143000" y="685800"/>
            <a:ext cx="4570920" cy="3427920"/>
          </a:xfrm>
          <a:prstGeom prst="rect">
            <a:avLst/>
          </a:prstGeom>
        </p:spPr>
      </p:sp>
      <p:sp>
        <p:nvSpPr>
          <p:cNvPr id="81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4008727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521B466-72DE-4523-80C4-A482044DC01A}" type="slidenum">
              <a:rPr lang="es-ES" sz="1200" b="0" strike="noStrike" spc="-1">
                <a:solidFill>
                  <a:srgbClr val="000000"/>
                </a:solidFill>
                <a:latin typeface="Arial"/>
                <a:ea typeface="+mn-ea"/>
              </a:rPr>
              <a:t>23</a:t>
            </a:fld>
            <a:endParaRPr lang="es-ES" sz="1200" b="0" strike="noStrike" spc="-1">
              <a:latin typeface="Arial"/>
            </a:endParaRPr>
          </a:p>
        </p:txBody>
      </p:sp>
      <p:sp>
        <p:nvSpPr>
          <p:cNvPr id="820" name="PlaceHolder 2"/>
          <p:cNvSpPr>
            <a:spLocks noGrp="1" noRot="1" noChangeAspect="1"/>
          </p:cNvSpPr>
          <p:nvPr>
            <p:ph type="sldImg"/>
          </p:nvPr>
        </p:nvSpPr>
        <p:spPr>
          <a:xfrm>
            <a:off x="1143000" y="685800"/>
            <a:ext cx="4570413" cy="3427413"/>
          </a:xfrm>
          <a:prstGeom prst="rect">
            <a:avLst/>
          </a:prstGeom>
        </p:spPr>
      </p:sp>
      <p:sp>
        <p:nvSpPr>
          <p:cNvPr id="82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398041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0D66363-F892-475E-B87A-91AA3E768406}" type="slidenum">
              <a:rPr lang="es-ES" sz="1200" b="0" strike="noStrike" spc="-1">
                <a:solidFill>
                  <a:srgbClr val="000000"/>
                </a:solidFill>
                <a:latin typeface="Arial"/>
                <a:ea typeface="+mn-ea"/>
              </a:rPr>
              <a:t>24</a:t>
            </a:fld>
            <a:endParaRPr lang="es-ES" sz="1200" b="0" strike="noStrike" spc="-1">
              <a:latin typeface="Arial"/>
            </a:endParaRPr>
          </a:p>
        </p:txBody>
      </p:sp>
      <p:sp>
        <p:nvSpPr>
          <p:cNvPr id="823" name="PlaceHolder 2"/>
          <p:cNvSpPr>
            <a:spLocks noGrp="1" noRot="1" noChangeAspect="1"/>
          </p:cNvSpPr>
          <p:nvPr>
            <p:ph type="sldImg"/>
          </p:nvPr>
        </p:nvSpPr>
        <p:spPr>
          <a:xfrm>
            <a:off x="1143000" y="685800"/>
            <a:ext cx="4570413" cy="3427413"/>
          </a:xfrm>
          <a:prstGeom prst="rect">
            <a:avLst/>
          </a:prstGeom>
        </p:spPr>
      </p:sp>
      <p:sp>
        <p:nvSpPr>
          <p:cNvPr id="82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9635780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3C0A2718-A848-42DF-9AE9-D59B891667D8}" type="slidenum">
              <a:rPr lang="es-ES" sz="1200" b="0" strike="noStrike" spc="-1">
                <a:solidFill>
                  <a:srgbClr val="000000"/>
                </a:solidFill>
                <a:latin typeface="Arial"/>
                <a:ea typeface="+mn-ea"/>
              </a:rPr>
              <a:t>25</a:t>
            </a:fld>
            <a:endParaRPr lang="es-ES" sz="1200" b="0" strike="noStrike" spc="-1">
              <a:latin typeface="Arial"/>
            </a:endParaRPr>
          </a:p>
        </p:txBody>
      </p:sp>
      <p:sp>
        <p:nvSpPr>
          <p:cNvPr id="826" name="PlaceHolder 2"/>
          <p:cNvSpPr>
            <a:spLocks noGrp="1" noRot="1" noChangeAspect="1"/>
          </p:cNvSpPr>
          <p:nvPr>
            <p:ph type="sldImg"/>
          </p:nvPr>
        </p:nvSpPr>
        <p:spPr>
          <a:xfrm>
            <a:off x="1143000" y="685800"/>
            <a:ext cx="4570413" cy="3427413"/>
          </a:xfrm>
          <a:prstGeom prst="rect">
            <a:avLst/>
          </a:prstGeom>
        </p:spPr>
      </p:sp>
      <p:sp>
        <p:nvSpPr>
          <p:cNvPr id="82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436600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04EFE167-FEAC-4A93-8939-4C198D9D1A38}" type="slidenum">
              <a:rPr lang="es-ES" sz="1200" b="0" strike="noStrike" spc="-1">
                <a:solidFill>
                  <a:srgbClr val="000000"/>
                </a:solidFill>
                <a:latin typeface="Arial"/>
                <a:ea typeface="+mn-ea"/>
              </a:rPr>
              <a:t>26</a:t>
            </a:fld>
            <a:endParaRPr lang="es-ES" sz="1200" b="0" strike="noStrike" spc="-1">
              <a:latin typeface="Arial"/>
            </a:endParaRPr>
          </a:p>
        </p:txBody>
      </p:sp>
      <p:sp>
        <p:nvSpPr>
          <p:cNvPr id="829" name="PlaceHolder 2"/>
          <p:cNvSpPr>
            <a:spLocks noGrp="1" noRot="1" noChangeAspect="1"/>
          </p:cNvSpPr>
          <p:nvPr>
            <p:ph type="sldImg"/>
          </p:nvPr>
        </p:nvSpPr>
        <p:spPr>
          <a:xfrm>
            <a:off x="1143000" y="685800"/>
            <a:ext cx="4570920" cy="3427920"/>
          </a:xfrm>
          <a:prstGeom prst="rect">
            <a:avLst/>
          </a:prstGeom>
        </p:spPr>
      </p:sp>
      <p:sp>
        <p:nvSpPr>
          <p:cNvPr id="83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806454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75BBE21-2CC2-4FC3-B2F2-0C6C6C7AAC1B}" type="slidenum">
              <a:rPr lang="es-ES" sz="1200" b="0" strike="noStrike" spc="-1">
                <a:solidFill>
                  <a:srgbClr val="000000"/>
                </a:solidFill>
                <a:latin typeface="Arial"/>
                <a:ea typeface="+mn-ea"/>
              </a:rPr>
              <a:t>27</a:t>
            </a:fld>
            <a:endParaRPr lang="es-ES" sz="1200" b="0" strike="noStrike" spc="-1">
              <a:latin typeface="Arial"/>
            </a:endParaRPr>
          </a:p>
        </p:txBody>
      </p:sp>
      <p:sp>
        <p:nvSpPr>
          <p:cNvPr id="832" name="PlaceHolder 2"/>
          <p:cNvSpPr>
            <a:spLocks noGrp="1" noRot="1" noChangeAspect="1"/>
          </p:cNvSpPr>
          <p:nvPr>
            <p:ph type="sldImg"/>
          </p:nvPr>
        </p:nvSpPr>
        <p:spPr>
          <a:xfrm>
            <a:off x="1143000" y="685800"/>
            <a:ext cx="4570920" cy="3427920"/>
          </a:xfrm>
          <a:prstGeom prst="rect">
            <a:avLst/>
          </a:prstGeom>
        </p:spPr>
      </p:sp>
      <p:sp>
        <p:nvSpPr>
          <p:cNvPr id="83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1972592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6B960F1-74F2-4051-9C53-A8C73665DCDC}" type="slidenum">
              <a:rPr lang="es-ES" sz="1200" b="0" strike="noStrike" spc="-1">
                <a:solidFill>
                  <a:srgbClr val="000000"/>
                </a:solidFill>
                <a:latin typeface="Arial"/>
                <a:ea typeface="+mn-ea"/>
              </a:rPr>
              <a:t>28</a:t>
            </a:fld>
            <a:endParaRPr lang="es-ES" sz="1200" b="0" strike="noStrike" spc="-1">
              <a:latin typeface="Arial"/>
            </a:endParaRPr>
          </a:p>
        </p:txBody>
      </p:sp>
      <p:sp>
        <p:nvSpPr>
          <p:cNvPr id="835" name="PlaceHolder 2"/>
          <p:cNvSpPr>
            <a:spLocks noGrp="1" noRot="1" noChangeAspect="1"/>
          </p:cNvSpPr>
          <p:nvPr>
            <p:ph type="sldImg"/>
          </p:nvPr>
        </p:nvSpPr>
        <p:spPr>
          <a:xfrm>
            <a:off x="1143000" y="685800"/>
            <a:ext cx="4570920" cy="3427920"/>
          </a:xfrm>
          <a:prstGeom prst="rect">
            <a:avLst/>
          </a:prstGeom>
        </p:spPr>
      </p:sp>
      <p:sp>
        <p:nvSpPr>
          <p:cNvPr id="83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552397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C0F7EFA-0289-4E72-A8D6-F60B08C8A607}" type="slidenum">
              <a:rPr lang="es-ES" sz="1200" b="0" strike="noStrike" spc="-1">
                <a:solidFill>
                  <a:srgbClr val="000000"/>
                </a:solidFill>
                <a:latin typeface="Arial"/>
                <a:ea typeface="+mn-ea"/>
              </a:rPr>
              <a:t>29</a:t>
            </a:fld>
            <a:endParaRPr lang="es-ES" sz="1200" b="0" strike="noStrike" spc="-1">
              <a:latin typeface="Arial"/>
            </a:endParaRPr>
          </a:p>
        </p:txBody>
      </p:sp>
      <p:sp>
        <p:nvSpPr>
          <p:cNvPr id="838" name="PlaceHolder 2"/>
          <p:cNvSpPr>
            <a:spLocks noGrp="1" noRot="1" noChangeAspect="1"/>
          </p:cNvSpPr>
          <p:nvPr>
            <p:ph type="sldImg"/>
          </p:nvPr>
        </p:nvSpPr>
        <p:spPr>
          <a:xfrm>
            <a:off x="1143000" y="685800"/>
            <a:ext cx="4570920" cy="3427920"/>
          </a:xfrm>
          <a:prstGeom prst="rect">
            <a:avLst/>
          </a:prstGeom>
        </p:spPr>
      </p:sp>
      <p:sp>
        <p:nvSpPr>
          <p:cNvPr id="83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922807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8F443437-CCCF-4A20-A58B-3B1AFD40C707}" type="slidenum">
              <a:rPr lang="es-ES" sz="1200" b="0" strike="noStrike" spc="-1">
                <a:solidFill>
                  <a:srgbClr val="000000"/>
                </a:solidFill>
                <a:latin typeface="Arial"/>
                <a:ea typeface="+mn-ea"/>
              </a:rPr>
              <a:t>30</a:t>
            </a:fld>
            <a:endParaRPr lang="es-ES" sz="1200" b="0" strike="noStrike" spc="-1">
              <a:latin typeface="Arial"/>
            </a:endParaRPr>
          </a:p>
        </p:txBody>
      </p:sp>
      <p:sp>
        <p:nvSpPr>
          <p:cNvPr id="841" name="PlaceHolder 2"/>
          <p:cNvSpPr>
            <a:spLocks noGrp="1" noRot="1" noChangeAspect="1"/>
          </p:cNvSpPr>
          <p:nvPr>
            <p:ph type="sldImg"/>
          </p:nvPr>
        </p:nvSpPr>
        <p:spPr>
          <a:xfrm>
            <a:off x="1143000" y="685800"/>
            <a:ext cx="4570920" cy="3427920"/>
          </a:xfrm>
          <a:prstGeom prst="rect">
            <a:avLst/>
          </a:prstGeom>
        </p:spPr>
      </p:sp>
      <p:sp>
        <p:nvSpPr>
          <p:cNvPr id="84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540825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8052C487-9EC9-4F8D-A81B-03153040FB7C}" type="slidenum">
              <a:rPr lang="es-ES" sz="1200" b="0" strike="noStrike" spc="-1">
                <a:solidFill>
                  <a:srgbClr val="000000"/>
                </a:solidFill>
                <a:latin typeface="Arial"/>
                <a:ea typeface="+mn-ea"/>
              </a:rPr>
              <a:t>31</a:t>
            </a:fld>
            <a:endParaRPr lang="es-ES" sz="1200" b="0" strike="noStrike" spc="-1">
              <a:latin typeface="Arial"/>
            </a:endParaRPr>
          </a:p>
        </p:txBody>
      </p:sp>
      <p:sp>
        <p:nvSpPr>
          <p:cNvPr id="844" name="PlaceHolder 2"/>
          <p:cNvSpPr>
            <a:spLocks noGrp="1" noRot="1" noChangeAspect="1"/>
          </p:cNvSpPr>
          <p:nvPr>
            <p:ph type="sldImg"/>
          </p:nvPr>
        </p:nvSpPr>
        <p:spPr>
          <a:xfrm>
            <a:off x="1143000" y="685800"/>
            <a:ext cx="4570920" cy="3427920"/>
          </a:xfrm>
          <a:prstGeom prst="rect">
            <a:avLst/>
          </a:prstGeom>
        </p:spPr>
      </p:sp>
      <p:sp>
        <p:nvSpPr>
          <p:cNvPr id="84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1269219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034936B-0F1D-419C-9C53-CA58562209C7}" type="slidenum">
              <a:rPr lang="es-ES" sz="1200" b="0" strike="noStrike" spc="-1">
                <a:solidFill>
                  <a:srgbClr val="000000"/>
                </a:solidFill>
                <a:latin typeface="Arial"/>
                <a:ea typeface="+mn-ea"/>
              </a:rPr>
              <a:t>32</a:t>
            </a:fld>
            <a:endParaRPr lang="es-ES" sz="1200" b="0" strike="noStrike" spc="-1">
              <a:latin typeface="Arial"/>
            </a:endParaRPr>
          </a:p>
        </p:txBody>
      </p:sp>
      <p:sp>
        <p:nvSpPr>
          <p:cNvPr id="847" name="PlaceHolder 2"/>
          <p:cNvSpPr>
            <a:spLocks noGrp="1" noRot="1" noChangeAspect="1"/>
          </p:cNvSpPr>
          <p:nvPr>
            <p:ph type="sldImg"/>
          </p:nvPr>
        </p:nvSpPr>
        <p:spPr>
          <a:xfrm>
            <a:off x="1143000" y="685800"/>
            <a:ext cx="4570920" cy="3427920"/>
          </a:xfrm>
          <a:prstGeom prst="rect">
            <a:avLst/>
          </a:prstGeom>
        </p:spPr>
      </p:sp>
      <p:sp>
        <p:nvSpPr>
          <p:cNvPr id="84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6082460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457D532-F973-40B6-8F1B-B4AF813E31E1}" type="slidenum">
              <a:rPr lang="es-ES" sz="1200" b="0" strike="noStrike" spc="-1">
                <a:solidFill>
                  <a:srgbClr val="000000"/>
                </a:solidFill>
                <a:latin typeface="Arial"/>
                <a:ea typeface="+mn-ea"/>
              </a:rPr>
              <a:t>33</a:t>
            </a:fld>
            <a:endParaRPr lang="es-ES" sz="1200" b="0" strike="noStrike" spc="-1">
              <a:latin typeface="Arial"/>
            </a:endParaRPr>
          </a:p>
        </p:txBody>
      </p:sp>
      <p:sp>
        <p:nvSpPr>
          <p:cNvPr id="850" name="PlaceHolder 2"/>
          <p:cNvSpPr>
            <a:spLocks noGrp="1" noRot="1" noChangeAspect="1"/>
          </p:cNvSpPr>
          <p:nvPr>
            <p:ph type="sldImg"/>
          </p:nvPr>
        </p:nvSpPr>
        <p:spPr>
          <a:xfrm>
            <a:off x="1143000" y="685800"/>
            <a:ext cx="4570920" cy="3427920"/>
          </a:xfrm>
          <a:prstGeom prst="rect">
            <a:avLst/>
          </a:prstGeom>
        </p:spPr>
      </p:sp>
      <p:sp>
        <p:nvSpPr>
          <p:cNvPr id="85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8808934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DE138D7B-C1CB-45C2-B30D-742A941FDD8B}" type="slidenum">
              <a:rPr lang="es-ES" sz="1200" b="0" strike="noStrike" spc="-1">
                <a:solidFill>
                  <a:srgbClr val="000000"/>
                </a:solidFill>
                <a:latin typeface="Arial"/>
                <a:ea typeface="+mn-ea"/>
              </a:rPr>
              <a:t>34</a:t>
            </a:fld>
            <a:endParaRPr lang="es-ES" sz="1200" b="0" strike="noStrike" spc="-1">
              <a:latin typeface="Arial"/>
            </a:endParaRPr>
          </a:p>
        </p:txBody>
      </p:sp>
      <p:sp>
        <p:nvSpPr>
          <p:cNvPr id="853" name="PlaceHolder 2"/>
          <p:cNvSpPr>
            <a:spLocks noGrp="1" noRot="1" noChangeAspect="1"/>
          </p:cNvSpPr>
          <p:nvPr>
            <p:ph type="sldImg"/>
          </p:nvPr>
        </p:nvSpPr>
        <p:spPr>
          <a:xfrm>
            <a:off x="1143000" y="685800"/>
            <a:ext cx="4570920" cy="3427920"/>
          </a:xfrm>
          <a:prstGeom prst="rect">
            <a:avLst/>
          </a:prstGeom>
        </p:spPr>
      </p:sp>
      <p:sp>
        <p:nvSpPr>
          <p:cNvPr id="85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5121694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2CD6CA6-27B3-4528-BE17-180019384878}" type="slidenum">
              <a:rPr lang="es-ES" sz="1200" b="0" strike="noStrike" spc="-1">
                <a:solidFill>
                  <a:srgbClr val="000000"/>
                </a:solidFill>
                <a:latin typeface="Arial"/>
                <a:ea typeface="+mn-ea"/>
              </a:rPr>
              <a:t>35</a:t>
            </a:fld>
            <a:endParaRPr lang="es-ES" sz="1200" b="0" strike="noStrike" spc="-1">
              <a:latin typeface="Arial"/>
            </a:endParaRPr>
          </a:p>
        </p:txBody>
      </p:sp>
      <p:sp>
        <p:nvSpPr>
          <p:cNvPr id="856" name="PlaceHolder 2"/>
          <p:cNvSpPr>
            <a:spLocks noGrp="1" noRot="1" noChangeAspect="1"/>
          </p:cNvSpPr>
          <p:nvPr>
            <p:ph type="sldImg"/>
          </p:nvPr>
        </p:nvSpPr>
        <p:spPr>
          <a:xfrm>
            <a:off x="1143000" y="685800"/>
            <a:ext cx="4570920" cy="3427920"/>
          </a:xfrm>
          <a:prstGeom prst="rect">
            <a:avLst/>
          </a:prstGeom>
        </p:spPr>
      </p:sp>
      <p:sp>
        <p:nvSpPr>
          <p:cNvPr id="85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6175743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9D12C141-8D42-4098-88B5-7E200E219575}" type="slidenum">
              <a:rPr lang="es-ES" sz="1200" b="0" strike="noStrike" spc="-1">
                <a:solidFill>
                  <a:srgbClr val="000000"/>
                </a:solidFill>
                <a:latin typeface="Arial"/>
                <a:ea typeface="+mn-ea"/>
              </a:rPr>
              <a:t>36</a:t>
            </a:fld>
            <a:endParaRPr lang="es-ES" sz="1200" b="0" strike="noStrike" spc="-1">
              <a:latin typeface="Arial"/>
            </a:endParaRPr>
          </a:p>
        </p:txBody>
      </p:sp>
      <p:sp>
        <p:nvSpPr>
          <p:cNvPr id="859" name="PlaceHolder 2"/>
          <p:cNvSpPr>
            <a:spLocks noGrp="1" noRot="1" noChangeAspect="1"/>
          </p:cNvSpPr>
          <p:nvPr>
            <p:ph type="sldImg"/>
          </p:nvPr>
        </p:nvSpPr>
        <p:spPr>
          <a:xfrm>
            <a:off x="1143000" y="685800"/>
            <a:ext cx="4570920" cy="3427920"/>
          </a:xfrm>
          <a:prstGeom prst="rect">
            <a:avLst/>
          </a:prstGeom>
        </p:spPr>
      </p:sp>
      <p:sp>
        <p:nvSpPr>
          <p:cNvPr id="86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6789597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4C31DEA-7C51-476F-9363-A48820C0314E}" type="slidenum">
              <a:rPr lang="es-ES" sz="1200" b="0" strike="noStrike" spc="-1">
                <a:solidFill>
                  <a:srgbClr val="000000"/>
                </a:solidFill>
                <a:latin typeface="Arial"/>
                <a:ea typeface="+mn-ea"/>
              </a:rPr>
              <a:t>37</a:t>
            </a:fld>
            <a:endParaRPr lang="es-ES" sz="1200" b="0" strike="noStrike" spc="-1">
              <a:latin typeface="Arial"/>
            </a:endParaRPr>
          </a:p>
        </p:txBody>
      </p:sp>
      <p:sp>
        <p:nvSpPr>
          <p:cNvPr id="862" name="PlaceHolder 2"/>
          <p:cNvSpPr>
            <a:spLocks noGrp="1" noRot="1" noChangeAspect="1"/>
          </p:cNvSpPr>
          <p:nvPr>
            <p:ph type="sldImg"/>
          </p:nvPr>
        </p:nvSpPr>
        <p:spPr>
          <a:xfrm>
            <a:off x="1143000" y="685800"/>
            <a:ext cx="4570413" cy="3427413"/>
          </a:xfrm>
          <a:prstGeom prst="rect">
            <a:avLst/>
          </a:prstGeom>
        </p:spPr>
      </p:sp>
      <p:sp>
        <p:nvSpPr>
          <p:cNvPr id="86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5291062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62E7A2D-54C3-4DE1-9F9A-60F8E9CBD136}" type="slidenum">
              <a:rPr lang="es-ES" sz="1200" b="0" strike="noStrike" spc="-1">
                <a:solidFill>
                  <a:srgbClr val="000000"/>
                </a:solidFill>
                <a:latin typeface="Arial"/>
                <a:ea typeface="+mn-ea"/>
              </a:rPr>
              <a:t>38</a:t>
            </a:fld>
            <a:endParaRPr lang="es-ES" sz="1200" b="0" strike="noStrike" spc="-1">
              <a:latin typeface="Arial"/>
            </a:endParaRPr>
          </a:p>
        </p:txBody>
      </p:sp>
      <p:sp>
        <p:nvSpPr>
          <p:cNvPr id="865" name="PlaceHolder 2"/>
          <p:cNvSpPr>
            <a:spLocks noGrp="1" noRot="1" noChangeAspect="1"/>
          </p:cNvSpPr>
          <p:nvPr>
            <p:ph type="sldImg"/>
          </p:nvPr>
        </p:nvSpPr>
        <p:spPr>
          <a:xfrm>
            <a:off x="1143000" y="685800"/>
            <a:ext cx="4570413" cy="3427413"/>
          </a:xfrm>
          <a:prstGeom prst="rect">
            <a:avLst/>
          </a:prstGeom>
        </p:spPr>
      </p:sp>
      <p:sp>
        <p:nvSpPr>
          <p:cNvPr id="86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6482022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4F46D86-19AC-4CE3-B4AA-8B2BA1CB6C7D}" type="slidenum">
              <a:rPr lang="es-ES" sz="1200" b="0" strike="noStrike" spc="-1">
                <a:solidFill>
                  <a:srgbClr val="000000"/>
                </a:solidFill>
                <a:latin typeface="Arial"/>
                <a:ea typeface="+mn-ea"/>
              </a:rPr>
              <a:t>39</a:t>
            </a:fld>
            <a:endParaRPr lang="es-ES" sz="1200" b="0" strike="noStrike" spc="-1">
              <a:latin typeface="Arial"/>
            </a:endParaRPr>
          </a:p>
        </p:txBody>
      </p:sp>
      <p:sp>
        <p:nvSpPr>
          <p:cNvPr id="868" name="PlaceHolder 2"/>
          <p:cNvSpPr>
            <a:spLocks noGrp="1" noRot="1" noChangeAspect="1"/>
          </p:cNvSpPr>
          <p:nvPr>
            <p:ph type="sldImg"/>
          </p:nvPr>
        </p:nvSpPr>
        <p:spPr>
          <a:xfrm>
            <a:off x="1143000" y="685800"/>
            <a:ext cx="4570920" cy="3427920"/>
          </a:xfrm>
          <a:prstGeom prst="rect">
            <a:avLst/>
          </a:prstGeom>
        </p:spPr>
      </p:sp>
      <p:sp>
        <p:nvSpPr>
          <p:cNvPr id="86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7580046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07E815A-7A8E-4C27-B3F9-B52B31C393E0}" type="slidenum">
              <a:rPr lang="es-ES" sz="1200" b="0" strike="noStrike" spc="-1">
                <a:solidFill>
                  <a:srgbClr val="000000"/>
                </a:solidFill>
                <a:latin typeface="Arial"/>
                <a:ea typeface="+mn-ea"/>
              </a:rPr>
              <a:t>40</a:t>
            </a:fld>
            <a:endParaRPr lang="es-ES" sz="1200" b="0" strike="noStrike" spc="-1">
              <a:latin typeface="Arial"/>
            </a:endParaRPr>
          </a:p>
        </p:txBody>
      </p:sp>
      <p:sp>
        <p:nvSpPr>
          <p:cNvPr id="871" name="PlaceHolder 2"/>
          <p:cNvSpPr>
            <a:spLocks noGrp="1" noRot="1" noChangeAspect="1"/>
          </p:cNvSpPr>
          <p:nvPr>
            <p:ph type="sldImg"/>
          </p:nvPr>
        </p:nvSpPr>
        <p:spPr>
          <a:xfrm>
            <a:off x="1143000" y="685800"/>
            <a:ext cx="4570920" cy="3427920"/>
          </a:xfrm>
          <a:prstGeom prst="rect">
            <a:avLst/>
          </a:prstGeom>
        </p:spPr>
      </p:sp>
      <p:sp>
        <p:nvSpPr>
          <p:cNvPr id="87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25665251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84F2B0A4-8AA0-4F59-80A8-903A2D8C6F4D}" type="slidenum">
              <a:rPr lang="es-ES" sz="1200" b="0" strike="noStrike" spc="-1">
                <a:solidFill>
                  <a:srgbClr val="000000"/>
                </a:solidFill>
                <a:latin typeface="Arial"/>
                <a:ea typeface="+mn-ea"/>
              </a:rPr>
              <a:t>41</a:t>
            </a:fld>
            <a:endParaRPr lang="es-ES" sz="1200" b="0" strike="noStrike" spc="-1">
              <a:latin typeface="Arial"/>
            </a:endParaRPr>
          </a:p>
        </p:txBody>
      </p:sp>
      <p:sp>
        <p:nvSpPr>
          <p:cNvPr id="874" name="PlaceHolder 2"/>
          <p:cNvSpPr>
            <a:spLocks noGrp="1" noRot="1" noChangeAspect="1"/>
          </p:cNvSpPr>
          <p:nvPr>
            <p:ph type="sldImg"/>
          </p:nvPr>
        </p:nvSpPr>
        <p:spPr>
          <a:xfrm>
            <a:off x="1143000" y="685800"/>
            <a:ext cx="4570920" cy="3427920"/>
          </a:xfrm>
          <a:prstGeom prst="rect">
            <a:avLst/>
          </a:prstGeom>
        </p:spPr>
      </p:sp>
      <p:sp>
        <p:nvSpPr>
          <p:cNvPr id="87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2193212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E222B3B-47B9-4164-8AB3-FD2E6D6160CF}" type="slidenum">
              <a:rPr lang="es-ES" sz="1200" b="0" strike="noStrike" spc="-1">
                <a:solidFill>
                  <a:srgbClr val="000000"/>
                </a:solidFill>
                <a:latin typeface="Arial"/>
                <a:ea typeface="+mn-ea"/>
              </a:rPr>
              <a:t>42</a:t>
            </a:fld>
            <a:endParaRPr lang="es-ES" sz="1200" b="0" strike="noStrike" spc="-1">
              <a:latin typeface="Arial"/>
            </a:endParaRPr>
          </a:p>
        </p:txBody>
      </p:sp>
      <p:sp>
        <p:nvSpPr>
          <p:cNvPr id="877" name="PlaceHolder 2"/>
          <p:cNvSpPr>
            <a:spLocks noGrp="1" noRot="1" noChangeAspect="1"/>
          </p:cNvSpPr>
          <p:nvPr>
            <p:ph type="sldImg"/>
          </p:nvPr>
        </p:nvSpPr>
        <p:spPr>
          <a:xfrm>
            <a:off x="1143000" y="685800"/>
            <a:ext cx="4570920" cy="3427920"/>
          </a:xfrm>
          <a:prstGeom prst="rect">
            <a:avLst/>
          </a:prstGeom>
        </p:spPr>
      </p:sp>
      <p:sp>
        <p:nvSpPr>
          <p:cNvPr id="87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6422298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C1F9024-E682-4B35-B7FC-8090C493D26A}" type="slidenum">
              <a:rPr lang="es-ES" sz="1200" b="0" strike="noStrike" spc="-1">
                <a:solidFill>
                  <a:srgbClr val="000000"/>
                </a:solidFill>
                <a:latin typeface="Arial"/>
                <a:ea typeface="+mn-ea"/>
              </a:rPr>
              <a:t>43</a:t>
            </a:fld>
            <a:endParaRPr lang="es-ES" sz="1200" b="0" strike="noStrike" spc="-1">
              <a:latin typeface="Arial"/>
            </a:endParaRPr>
          </a:p>
        </p:txBody>
      </p:sp>
      <p:sp>
        <p:nvSpPr>
          <p:cNvPr id="880" name="PlaceHolder 2"/>
          <p:cNvSpPr>
            <a:spLocks noGrp="1" noRot="1" noChangeAspect="1"/>
          </p:cNvSpPr>
          <p:nvPr>
            <p:ph type="sldImg"/>
          </p:nvPr>
        </p:nvSpPr>
        <p:spPr>
          <a:xfrm>
            <a:off x="1143000" y="685800"/>
            <a:ext cx="4570413" cy="3427413"/>
          </a:xfrm>
          <a:prstGeom prst="rect">
            <a:avLst/>
          </a:prstGeom>
        </p:spPr>
      </p:sp>
      <p:sp>
        <p:nvSpPr>
          <p:cNvPr id="88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88994038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A3C53FF-A671-44C5-907A-66A497DCA562}" type="slidenum">
              <a:rPr lang="es-ES" sz="1200" b="0" strike="noStrike" spc="-1">
                <a:solidFill>
                  <a:srgbClr val="000000"/>
                </a:solidFill>
                <a:latin typeface="Arial"/>
                <a:ea typeface="+mn-ea"/>
              </a:rPr>
              <a:t>44</a:t>
            </a:fld>
            <a:endParaRPr lang="es-ES" sz="1200" b="0" strike="noStrike" spc="-1">
              <a:latin typeface="Arial"/>
            </a:endParaRPr>
          </a:p>
        </p:txBody>
      </p:sp>
      <p:sp>
        <p:nvSpPr>
          <p:cNvPr id="883" name="PlaceHolder 2"/>
          <p:cNvSpPr>
            <a:spLocks noGrp="1" noRot="1" noChangeAspect="1"/>
          </p:cNvSpPr>
          <p:nvPr>
            <p:ph type="sldImg"/>
          </p:nvPr>
        </p:nvSpPr>
        <p:spPr>
          <a:xfrm>
            <a:off x="1143000" y="685800"/>
            <a:ext cx="4570920" cy="3427920"/>
          </a:xfrm>
          <a:prstGeom prst="rect">
            <a:avLst/>
          </a:prstGeom>
        </p:spPr>
      </p:sp>
      <p:sp>
        <p:nvSpPr>
          <p:cNvPr id="88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88708943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3E3379E7-C1FE-43C0-ADD0-67DD06C1B774}" type="slidenum">
              <a:rPr lang="es-ES" sz="1200" b="0" strike="noStrike" spc="-1">
                <a:solidFill>
                  <a:srgbClr val="000000"/>
                </a:solidFill>
                <a:latin typeface="Arial"/>
                <a:ea typeface="+mn-ea"/>
              </a:rPr>
              <a:t>45</a:t>
            </a:fld>
            <a:endParaRPr lang="es-ES" sz="1200" b="0" strike="noStrike" spc="-1">
              <a:latin typeface="Arial"/>
            </a:endParaRPr>
          </a:p>
        </p:txBody>
      </p:sp>
      <p:sp>
        <p:nvSpPr>
          <p:cNvPr id="886" name="PlaceHolder 2"/>
          <p:cNvSpPr>
            <a:spLocks noGrp="1" noRot="1" noChangeAspect="1"/>
          </p:cNvSpPr>
          <p:nvPr>
            <p:ph type="sldImg"/>
          </p:nvPr>
        </p:nvSpPr>
        <p:spPr>
          <a:xfrm>
            <a:off x="1143000" y="685800"/>
            <a:ext cx="4570413" cy="3427413"/>
          </a:xfrm>
          <a:prstGeom prst="rect">
            <a:avLst/>
          </a:prstGeom>
        </p:spPr>
      </p:sp>
      <p:sp>
        <p:nvSpPr>
          <p:cNvPr id="88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1939297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5B05795-8CF3-41C7-867D-F501AEC3D7CE}" type="slidenum">
              <a:rPr lang="es-ES" sz="1200" b="0" strike="noStrike" spc="-1">
                <a:solidFill>
                  <a:srgbClr val="000000"/>
                </a:solidFill>
                <a:latin typeface="Arial"/>
                <a:ea typeface="+mn-ea"/>
              </a:rPr>
              <a:t>46</a:t>
            </a:fld>
            <a:endParaRPr lang="es-ES" sz="1200" b="0" strike="noStrike" spc="-1">
              <a:latin typeface="Arial"/>
            </a:endParaRPr>
          </a:p>
        </p:txBody>
      </p:sp>
      <p:sp>
        <p:nvSpPr>
          <p:cNvPr id="889" name="PlaceHolder 2"/>
          <p:cNvSpPr>
            <a:spLocks noGrp="1" noRot="1" noChangeAspect="1"/>
          </p:cNvSpPr>
          <p:nvPr>
            <p:ph type="sldImg"/>
          </p:nvPr>
        </p:nvSpPr>
        <p:spPr>
          <a:xfrm>
            <a:off x="1143000" y="685800"/>
            <a:ext cx="4570920" cy="3427920"/>
          </a:xfrm>
          <a:prstGeom prst="rect">
            <a:avLst/>
          </a:prstGeom>
        </p:spPr>
      </p:sp>
      <p:sp>
        <p:nvSpPr>
          <p:cNvPr id="89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27607294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014C08A-29FB-4610-BFCD-676B917AB502}" type="slidenum">
              <a:rPr lang="es-ES" sz="1200" b="0" strike="noStrike" spc="-1">
                <a:solidFill>
                  <a:srgbClr val="000000"/>
                </a:solidFill>
                <a:latin typeface="Arial"/>
                <a:ea typeface="+mn-ea"/>
              </a:rPr>
              <a:t>47</a:t>
            </a:fld>
            <a:endParaRPr lang="es-ES" sz="1200" b="0" strike="noStrike" spc="-1">
              <a:latin typeface="Arial"/>
            </a:endParaRPr>
          </a:p>
        </p:txBody>
      </p:sp>
      <p:sp>
        <p:nvSpPr>
          <p:cNvPr id="892" name="PlaceHolder 2"/>
          <p:cNvSpPr>
            <a:spLocks noGrp="1" noRot="1" noChangeAspect="1"/>
          </p:cNvSpPr>
          <p:nvPr>
            <p:ph type="sldImg"/>
          </p:nvPr>
        </p:nvSpPr>
        <p:spPr>
          <a:xfrm>
            <a:off x="1143000" y="685800"/>
            <a:ext cx="4570920" cy="3427920"/>
          </a:xfrm>
          <a:prstGeom prst="rect">
            <a:avLst/>
          </a:prstGeom>
        </p:spPr>
      </p:sp>
      <p:sp>
        <p:nvSpPr>
          <p:cNvPr id="89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06045294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440B39C-8ABC-4999-90F1-84120D2DBF9F}" type="slidenum">
              <a:rPr lang="es-ES" sz="1200" b="0" strike="noStrike" spc="-1">
                <a:solidFill>
                  <a:srgbClr val="000000"/>
                </a:solidFill>
                <a:latin typeface="Arial"/>
                <a:ea typeface="+mn-ea"/>
              </a:rPr>
              <a:t>48</a:t>
            </a:fld>
            <a:endParaRPr lang="es-ES" sz="1200" b="0" strike="noStrike" spc="-1">
              <a:latin typeface="Arial"/>
            </a:endParaRPr>
          </a:p>
        </p:txBody>
      </p:sp>
      <p:sp>
        <p:nvSpPr>
          <p:cNvPr id="895" name="PlaceHolder 2"/>
          <p:cNvSpPr>
            <a:spLocks noGrp="1" noRot="1" noChangeAspect="1"/>
          </p:cNvSpPr>
          <p:nvPr>
            <p:ph type="sldImg"/>
          </p:nvPr>
        </p:nvSpPr>
        <p:spPr>
          <a:xfrm>
            <a:off x="1143000" y="685800"/>
            <a:ext cx="4571280" cy="3428280"/>
          </a:xfrm>
          <a:prstGeom prst="rect">
            <a:avLst/>
          </a:prstGeom>
        </p:spPr>
      </p:sp>
      <p:sp>
        <p:nvSpPr>
          <p:cNvPr id="89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1198533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5E23DCA-384F-44C3-A9AC-BECFE6F8D51F}" type="slidenum">
              <a:rPr lang="es-ES" sz="1200" b="0" strike="noStrike" spc="-1">
                <a:solidFill>
                  <a:srgbClr val="000000"/>
                </a:solidFill>
                <a:latin typeface="Arial"/>
                <a:ea typeface="+mn-ea"/>
              </a:rPr>
              <a:t>49</a:t>
            </a:fld>
            <a:endParaRPr lang="es-ES" sz="1200" b="0" strike="noStrike" spc="-1">
              <a:latin typeface="Arial"/>
            </a:endParaRPr>
          </a:p>
        </p:txBody>
      </p:sp>
      <p:sp>
        <p:nvSpPr>
          <p:cNvPr id="898" name="PlaceHolder 2"/>
          <p:cNvSpPr>
            <a:spLocks noGrp="1" noRot="1" noChangeAspect="1"/>
          </p:cNvSpPr>
          <p:nvPr>
            <p:ph type="sldImg"/>
          </p:nvPr>
        </p:nvSpPr>
        <p:spPr>
          <a:xfrm>
            <a:off x="1143000" y="685800"/>
            <a:ext cx="4571280" cy="3428280"/>
          </a:xfrm>
          <a:prstGeom prst="rect">
            <a:avLst/>
          </a:prstGeom>
        </p:spPr>
      </p:sp>
      <p:sp>
        <p:nvSpPr>
          <p:cNvPr id="89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46790097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9BC2FF1-5293-4B94-BEC3-8007167A3381}" type="slidenum">
              <a:rPr lang="es-ES" sz="1200" b="0" strike="noStrike" spc="-1">
                <a:solidFill>
                  <a:srgbClr val="000000"/>
                </a:solidFill>
                <a:latin typeface="Arial"/>
                <a:ea typeface="+mn-ea"/>
              </a:rPr>
              <a:t>50</a:t>
            </a:fld>
            <a:endParaRPr lang="es-ES" sz="1200" b="0" strike="noStrike" spc="-1">
              <a:latin typeface="Arial"/>
            </a:endParaRPr>
          </a:p>
        </p:txBody>
      </p:sp>
      <p:sp>
        <p:nvSpPr>
          <p:cNvPr id="901" name="PlaceHolder 2"/>
          <p:cNvSpPr>
            <a:spLocks noGrp="1" noRot="1" noChangeAspect="1"/>
          </p:cNvSpPr>
          <p:nvPr>
            <p:ph type="sldImg"/>
          </p:nvPr>
        </p:nvSpPr>
        <p:spPr>
          <a:xfrm>
            <a:off x="1143000" y="685800"/>
            <a:ext cx="4571280" cy="3428280"/>
          </a:xfrm>
          <a:prstGeom prst="rect">
            <a:avLst/>
          </a:prstGeom>
        </p:spPr>
      </p:sp>
      <p:sp>
        <p:nvSpPr>
          <p:cNvPr id="90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45773396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7379745-F0AE-4808-AB82-332AC3ACBD3D}" type="slidenum">
              <a:rPr lang="es-ES" sz="1200" b="0" strike="noStrike" spc="-1">
                <a:solidFill>
                  <a:srgbClr val="000000"/>
                </a:solidFill>
                <a:latin typeface="Arial"/>
                <a:ea typeface="+mn-ea"/>
              </a:rPr>
              <a:t>51</a:t>
            </a:fld>
            <a:endParaRPr lang="es-ES" sz="1200" b="0" strike="noStrike" spc="-1">
              <a:latin typeface="Arial"/>
            </a:endParaRPr>
          </a:p>
        </p:txBody>
      </p:sp>
      <p:sp>
        <p:nvSpPr>
          <p:cNvPr id="904" name="PlaceHolder 2"/>
          <p:cNvSpPr>
            <a:spLocks noGrp="1" noRot="1" noChangeAspect="1"/>
          </p:cNvSpPr>
          <p:nvPr>
            <p:ph type="sldImg"/>
          </p:nvPr>
        </p:nvSpPr>
        <p:spPr>
          <a:xfrm>
            <a:off x="1143000" y="685800"/>
            <a:ext cx="4570920" cy="3427920"/>
          </a:xfrm>
          <a:prstGeom prst="rect">
            <a:avLst/>
          </a:prstGeom>
        </p:spPr>
      </p:sp>
      <p:sp>
        <p:nvSpPr>
          <p:cNvPr id="90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9586705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37C013F-BEAF-4865-BF17-AEE4A32551AF}" type="slidenum">
              <a:rPr lang="es-ES" sz="1200" b="0" strike="noStrike" spc="-1">
                <a:solidFill>
                  <a:srgbClr val="000000"/>
                </a:solidFill>
                <a:latin typeface="Arial"/>
                <a:ea typeface="+mn-ea"/>
              </a:rPr>
              <a:t>52</a:t>
            </a:fld>
            <a:endParaRPr lang="es-ES" sz="1200" b="0" strike="noStrike" spc="-1">
              <a:latin typeface="Arial"/>
            </a:endParaRPr>
          </a:p>
        </p:txBody>
      </p:sp>
      <p:sp>
        <p:nvSpPr>
          <p:cNvPr id="907" name="PlaceHolder 2"/>
          <p:cNvSpPr>
            <a:spLocks noGrp="1" noRot="1" noChangeAspect="1"/>
          </p:cNvSpPr>
          <p:nvPr>
            <p:ph type="sldImg"/>
          </p:nvPr>
        </p:nvSpPr>
        <p:spPr>
          <a:xfrm>
            <a:off x="1143000" y="685800"/>
            <a:ext cx="4570920" cy="3427920"/>
          </a:xfrm>
          <a:prstGeom prst="rect">
            <a:avLst/>
          </a:prstGeom>
        </p:spPr>
      </p:sp>
      <p:sp>
        <p:nvSpPr>
          <p:cNvPr id="90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1193561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B3E73B3-B505-4A05-9A0C-C88FD13D1E12}" type="slidenum">
              <a:rPr lang="es-ES" sz="1200" b="0" strike="noStrike" spc="-1">
                <a:solidFill>
                  <a:srgbClr val="000000"/>
                </a:solidFill>
                <a:latin typeface="Arial"/>
                <a:ea typeface="+mn-ea"/>
              </a:rPr>
              <a:t>53</a:t>
            </a:fld>
            <a:endParaRPr lang="es-ES" sz="1200" b="0" strike="noStrike" spc="-1">
              <a:latin typeface="Arial"/>
            </a:endParaRPr>
          </a:p>
        </p:txBody>
      </p:sp>
      <p:sp>
        <p:nvSpPr>
          <p:cNvPr id="910" name="PlaceHolder 2"/>
          <p:cNvSpPr>
            <a:spLocks noGrp="1" noRot="1" noChangeAspect="1"/>
          </p:cNvSpPr>
          <p:nvPr>
            <p:ph type="sldImg"/>
          </p:nvPr>
        </p:nvSpPr>
        <p:spPr>
          <a:xfrm>
            <a:off x="1143000" y="685800"/>
            <a:ext cx="4570920" cy="3427920"/>
          </a:xfrm>
          <a:prstGeom prst="rect">
            <a:avLst/>
          </a:prstGeom>
        </p:spPr>
      </p:sp>
      <p:sp>
        <p:nvSpPr>
          <p:cNvPr id="91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65905886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0FEDB3FC-A8CF-44F7-B957-68F9DC5CF3A5}" type="slidenum">
              <a:rPr lang="es-ES" sz="1200" b="0" strike="noStrike" spc="-1">
                <a:solidFill>
                  <a:srgbClr val="000000"/>
                </a:solidFill>
                <a:latin typeface="Arial"/>
                <a:ea typeface="+mn-ea"/>
              </a:rPr>
              <a:t>54</a:t>
            </a:fld>
            <a:endParaRPr lang="es-ES" sz="1200" b="0" strike="noStrike" spc="-1">
              <a:latin typeface="Arial"/>
            </a:endParaRPr>
          </a:p>
        </p:txBody>
      </p:sp>
      <p:sp>
        <p:nvSpPr>
          <p:cNvPr id="913" name="PlaceHolder 2"/>
          <p:cNvSpPr>
            <a:spLocks noGrp="1" noRot="1" noChangeAspect="1"/>
          </p:cNvSpPr>
          <p:nvPr>
            <p:ph type="sldImg"/>
          </p:nvPr>
        </p:nvSpPr>
        <p:spPr>
          <a:xfrm>
            <a:off x="1143000" y="685800"/>
            <a:ext cx="4570920" cy="3427920"/>
          </a:xfrm>
          <a:prstGeom prst="rect">
            <a:avLst/>
          </a:prstGeom>
        </p:spPr>
      </p:sp>
      <p:sp>
        <p:nvSpPr>
          <p:cNvPr id="91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13197329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0C9118D-24F8-44EC-A2B3-ED07DF1138E6}" type="slidenum">
              <a:rPr lang="es-ES" sz="1200" b="0" strike="noStrike" spc="-1">
                <a:solidFill>
                  <a:srgbClr val="000000"/>
                </a:solidFill>
                <a:latin typeface="Arial"/>
                <a:ea typeface="+mn-ea"/>
              </a:rPr>
              <a:t>55</a:t>
            </a:fld>
            <a:endParaRPr lang="es-ES" sz="1200" b="0" strike="noStrike" spc="-1">
              <a:latin typeface="Arial"/>
            </a:endParaRPr>
          </a:p>
        </p:txBody>
      </p:sp>
      <p:sp>
        <p:nvSpPr>
          <p:cNvPr id="916" name="PlaceHolder 2"/>
          <p:cNvSpPr>
            <a:spLocks noGrp="1" noRot="1" noChangeAspect="1"/>
          </p:cNvSpPr>
          <p:nvPr>
            <p:ph type="sldImg"/>
          </p:nvPr>
        </p:nvSpPr>
        <p:spPr>
          <a:xfrm>
            <a:off x="1143000" y="685800"/>
            <a:ext cx="4570920" cy="3427920"/>
          </a:xfrm>
          <a:prstGeom prst="rect">
            <a:avLst/>
          </a:prstGeom>
        </p:spPr>
      </p:sp>
      <p:sp>
        <p:nvSpPr>
          <p:cNvPr id="91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00074531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68C43B4-7F40-4E8B-934A-0C19D52222B9}" type="slidenum">
              <a:rPr lang="es-ES" sz="1200" b="0" strike="noStrike" spc="-1">
                <a:solidFill>
                  <a:srgbClr val="000000"/>
                </a:solidFill>
                <a:latin typeface="Arial"/>
                <a:ea typeface="+mn-ea"/>
              </a:rPr>
              <a:t>56</a:t>
            </a:fld>
            <a:endParaRPr lang="es-ES" sz="1200" b="0" strike="noStrike" spc="-1">
              <a:latin typeface="Arial"/>
            </a:endParaRPr>
          </a:p>
        </p:txBody>
      </p:sp>
      <p:sp>
        <p:nvSpPr>
          <p:cNvPr id="919" name="PlaceHolder 2"/>
          <p:cNvSpPr>
            <a:spLocks noGrp="1" noRot="1" noChangeAspect="1"/>
          </p:cNvSpPr>
          <p:nvPr>
            <p:ph type="sldImg"/>
          </p:nvPr>
        </p:nvSpPr>
        <p:spPr>
          <a:xfrm>
            <a:off x="1143000" y="685800"/>
            <a:ext cx="4570920" cy="3427920"/>
          </a:xfrm>
          <a:prstGeom prst="rect">
            <a:avLst/>
          </a:prstGeom>
        </p:spPr>
      </p:sp>
      <p:sp>
        <p:nvSpPr>
          <p:cNvPr id="92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059480534"/>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41E3E30-98EA-4B3C-BACD-5D388F818235}" type="slidenum">
              <a:rPr lang="es-ES" sz="1200" b="0" strike="noStrike" spc="-1">
                <a:solidFill>
                  <a:srgbClr val="000000"/>
                </a:solidFill>
                <a:latin typeface="Arial"/>
                <a:ea typeface="+mn-ea"/>
              </a:rPr>
              <a:t>57</a:t>
            </a:fld>
            <a:endParaRPr lang="es-ES" sz="1200" b="0" strike="noStrike" spc="-1">
              <a:latin typeface="Arial"/>
            </a:endParaRPr>
          </a:p>
        </p:txBody>
      </p:sp>
      <p:sp>
        <p:nvSpPr>
          <p:cNvPr id="922" name="PlaceHolder 2"/>
          <p:cNvSpPr>
            <a:spLocks noGrp="1" noRot="1" noChangeAspect="1"/>
          </p:cNvSpPr>
          <p:nvPr>
            <p:ph type="sldImg"/>
          </p:nvPr>
        </p:nvSpPr>
        <p:spPr>
          <a:xfrm>
            <a:off x="1143000" y="685800"/>
            <a:ext cx="4570920" cy="3427920"/>
          </a:xfrm>
          <a:prstGeom prst="rect">
            <a:avLst/>
          </a:prstGeom>
        </p:spPr>
      </p:sp>
      <p:sp>
        <p:nvSpPr>
          <p:cNvPr id="92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96609140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D67E9B5-22DC-4871-AE51-0B306124DDFF}" type="slidenum">
              <a:rPr lang="es-ES" sz="1200" b="0" strike="noStrike" spc="-1">
                <a:solidFill>
                  <a:srgbClr val="000000"/>
                </a:solidFill>
                <a:latin typeface="Arial"/>
                <a:ea typeface="+mn-ea"/>
              </a:rPr>
              <a:t>58</a:t>
            </a:fld>
            <a:endParaRPr lang="es-ES" sz="1200" b="0" strike="noStrike" spc="-1">
              <a:latin typeface="Arial"/>
            </a:endParaRPr>
          </a:p>
        </p:txBody>
      </p:sp>
      <p:sp>
        <p:nvSpPr>
          <p:cNvPr id="925" name="PlaceHolder 2"/>
          <p:cNvSpPr>
            <a:spLocks noGrp="1" noRot="1" noChangeAspect="1"/>
          </p:cNvSpPr>
          <p:nvPr>
            <p:ph type="sldImg"/>
          </p:nvPr>
        </p:nvSpPr>
        <p:spPr>
          <a:xfrm>
            <a:off x="1143000" y="685800"/>
            <a:ext cx="4570920" cy="3427920"/>
          </a:xfrm>
          <a:prstGeom prst="rect">
            <a:avLst/>
          </a:prstGeom>
        </p:spPr>
      </p:sp>
      <p:sp>
        <p:nvSpPr>
          <p:cNvPr id="92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687804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AF374AF-A3B4-4CE2-803E-C0A80BEA86DF}" type="slidenum">
              <a:rPr lang="es-ES" sz="1200" b="0" strike="noStrike" spc="-1">
                <a:solidFill>
                  <a:srgbClr val="000000"/>
                </a:solidFill>
                <a:latin typeface="Arial"/>
                <a:ea typeface="+mn-ea"/>
              </a:rPr>
              <a:t>59</a:t>
            </a:fld>
            <a:endParaRPr lang="es-ES" sz="1200" b="0" strike="noStrike" spc="-1">
              <a:latin typeface="Arial"/>
            </a:endParaRPr>
          </a:p>
        </p:txBody>
      </p:sp>
      <p:sp>
        <p:nvSpPr>
          <p:cNvPr id="928" name="PlaceHolder 2"/>
          <p:cNvSpPr>
            <a:spLocks noGrp="1" noRot="1" noChangeAspect="1"/>
          </p:cNvSpPr>
          <p:nvPr>
            <p:ph type="sldImg"/>
          </p:nvPr>
        </p:nvSpPr>
        <p:spPr>
          <a:xfrm>
            <a:off x="1143000" y="685800"/>
            <a:ext cx="4570920" cy="3427920"/>
          </a:xfrm>
          <a:prstGeom prst="rect">
            <a:avLst/>
          </a:prstGeom>
        </p:spPr>
      </p:sp>
      <p:sp>
        <p:nvSpPr>
          <p:cNvPr id="92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3363807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A7CDBB2-D1DE-4891-9CB8-A62A63994DD0}" type="slidenum">
              <a:rPr lang="es-ES" sz="1200" b="0" strike="noStrike" spc="-1">
                <a:solidFill>
                  <a:srgbClr val="000000"/>
                </a:solidFill>
                <a:latin typeface="Arial"/>
                <a:ea typeface="+mn-ea"/>
              </a:rPr>
              <a:t>60</a:t>
            </a:fld>
            <a:endParaRPr lang="es-ES" sz="1200" b="0" strike="noStrike" spc="-1">
              <a:latin typeface="Arial"/>
            </a:endParaRPr>
          </a:p>
        </p:txBody>
      </p:sp>
      <p:sp>
        <p:nvSpPr>
          <p:cNvPr id="931" name="PlaceHolder 2"/>
          <p:cNvSpPr>
            <a:spLocks noGrp="1" noRot="1" noChangeAspect="1"/>
          </p:cNvSpPr>
          <p:nvPr>
            <p:ph type="sldImg"/>
          </p:nvPr>
        </p:nvSpPr>
        <p:spPr>
          <a:xfrm>
            <a:off x="1143000" y="685800"/>
            <a:ext cx="4570920" cy="3427920"/>
          </a:xfrm>
          <a:prstGeom prst="rect">
            <a:avLst/>
          </a:prstGeom>
        </p:spPr>
      </p:sp>
      <p:sp>
        <p:nvSpPr>
          <p:cNvPr id="93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9060204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9811905-B9AF-46AC-BD75-3F5BDB2BA878}" type="slidenum">
              <a:rPr lang="es-ES" sz="1200" b="0" strike="noStrike" spc="-1">
                <a:solidFill>
                  <a:srgbClr val="000000"/>
                </a:solidFill>
                <a:latin typeface="Arial"/>
                <a:ea typeface="+mn-ea"/>
              </a:rPr>
              <a:t>61</a:t>
            </a:fld>
            <a:endParaRPr lang="es-ES" sz="1200" b="0" strike="noStrike" spc="-1">
              <a:latin typeface="Arial"/>
            </a:endParaRPr>
          </a:p>
        </p:txBody>
      </p:sp>
      <p:sp>
        <p:nvSpPr>
          <p:cNvPr id="934" name="PlaceHolder 2"/>
          <p:cNvSpPr>
            <a:spLocks noGrp="1" noRot="1" noChangeAspect="1"/>
          </p:cNvSpPr>
          <p:nvPr>
            <p:ph type="sldImg"/>
          </p:nvPr>
        </p:nvSpPr>
        <p:spPr>
          <a:xfrm>
            <a:off x="1143000" y="685800"/>
            <a:ext cx="4570920" cy="3427920"/>
          </a:xfrm>
          <a:prstGeom prst="rect">
            <a:avLst/>
          </a:prstGeom>
        </p:spPr>
      </p:sp>
      <p:sp>
        <p:nvSpPr>
          <p:cNvPr id="93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6056091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0692175-2D02-4D4B-8A1F-51B8D03F5CF8}" type="slidenum">
              <a:rPr lang="es-ES" sz="1200" b="0" strike="noStrike" spc="-1">
                <a:solidFill>
                  <a:srgbClr val="000000"/>
                </a:solidFill>
                <a:latin typeface="Arial"/>
                <a:ea typeface="+mn-ea"/>
              </a:rPr>
              <a:t>62</a:t>
            </a:fld>
            <a:endParaRPr lang="es-ES" sz="1200" b="0" strike="noStrike" spc="-1">
              <a:latin typeface="Arial"/>
            </a:endParaRPr>
          </a:p>
        </p:txBody>
      </p:sp>
      <p:sp>
        <p:nvSpPr>
          <p:cNvPr id="937" name="PlaceHolder 2"/>
          <p:cNvSpPr>
            <a:spLocks noGrp="1" noRot="1" noChangeAspect="1"/>
          </p:cNvSpPr>
          <p:nvPr>
            <p:ph type="sldImg"/>
          </p:nvPr>
        </p:nvSpPr>
        <p:spPr>
          <a:xfrm>
            <a:off x="1143000" y="685800"/>
            <a:ext cx="4570920" cy="3427920"/>
          </a:xfrm>
          <a:prstGeom prst="rect">
            <a:avLst/>
          </a:prstGeom>
        </p:spPr>
      </p:sp>
      <p:sp>
        <p:nvSpPr>
          <p:cNvPr id="93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72714862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7E21C19-E702-49A3-AE9E-0C2B771D3937}" type="slidenum">
              <a:rPr lang="es-ES" sz="1200" b="0" strike="noStrike" spc="-1">
                <a:solidFill>
                  <a:srgbClr val="000000"/>
                </a:solidFill>
                <a:latin typeface="Arial"/>
                <a:ea typeface="+mn-ea"/>
              </a:rPr>
              <a:t>63</a:t>
            </a:fld>
            <a:endParaRPr lang="es-ES" sz="1200" b="0" strike="noStrike" spc="-1">
              <a:latin typeface="Arial"/>
            </a:endParaRPr>
          </a:p>
        </p:txBody>
      </p:sp>
      <p:sp>
        <p:nvSpPr>
          <p:cNvPr id="940" name="PlaceHolder 2"/>
          <p:cNvSpPr>
            <a:spLocks noGrp="1" noRot="1" noChangeAspect="1"/>
          </p:cNvSpPr>
          <p:nvPr>
            <p:ph type="sldImg"/>
          </p:nvPr>
        </p:nvSpPr>
        <p:spPr>
          <a:xfrm>
            <a:off x="1143000" y="685800"/>
            <a:ext cx="4570920" cy="3427920"/>
          </a:xfrm>
          <a:prstGeom prst="rect">
            <a:avLst/>
          </a:prstGeom>
        </p:spPr>
      </p:sp>
      <p:sp>
        <p:nvSpPr>
          <p:cNvPr id="94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54336113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33CA7AC-C199-460D-AC42-D0D3C4EE04E7}" type="slidenum">
              <a:rPr lang="es-ES" sz="1200" b="0" strike="noStrike" spc="-1">
                <a:solidFill>
                  <a:srgbClr val="000000"/>
                </a:solidFill>
                <a:latin typeface="Arial"/>
                <a:ea typeface="+mn-ea"/>
              </a:rPr>
              <a:t>64</a:t>
            </a:fld>
            <a:endParaRPr lang="es-ES" sz="1200" b="0" strike="noStrike" spc="-1">
              <a:latin typeface="Arial"/>
            </a:endParaRPr>
          </a:p>
        </p:txBody>
      </p:sp>
      <p:sp>
        <p:nvSpPr>
          <p:cNvPr id="943" name="PlaceHolder 2"/>
          <p:cNvSpPr>
            <a:spLocks noGrp="1" noRot="1" noChangeAspect="1"/>
          </p:cNvSpPr>
          <p:nvPr>
            <p:ph type="sldImg"/>
          </p:nvPr>
        </p:nvSpPr>
        <p:spPr>
          <a:xfrm>
            <a:off x="1143000" y="685800"/>
            <a:ext cx="4571640" cy="3428640"/>
          </a:xfrm>
          <a:prstGeom prst="rect">
            <a:avLst/>
          </a:prstGeom>
        </p:spPr>
      </p:sp>
      <p:sp>
        <p:nvSpPr>
          <p:cNvPr id="94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96156358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72A5F74-8411-47B4-82A3-14003F597156}" type="slidenum">
              <a:rPr lang="es-ES" sz="1200" b="0" strike="noStrike" spc="-1">
                <a:solidFill>
                  <a:srgbClr val="000000"/>
                </a:solidFill>
                <a:latin typeface="Arial"/>
                <a:ea typeface="+mn-ea"/>
              </a:rPr>
              <a:t>65</a:t>
            </a:fld>
            <a:endParaRPr lang="es-ES" sz="1200" b="0" strike="noStrike" spc="-1">
              <a:latin typeface="Arial"/>
            </a:endParaRPr>
          </a:p>
        </p:txBody>
      </p:sp>
      <p:sp>
        <p:nvSpPr>
          <p:cNvPr id="946" name="PlaceHolder 2"/>
          <p:cNvSpPr>
            <a:spLocks noGrp="1" noRot="1" noChangeAspect="1"/>
          </p:cNvSpPr>
          <p:nvPr>
            <p:ph type="sldImg"/>
          </p:nvPr>
        </p:nvSpPr>
        <p:spPr>
          <a:xfrm>
            <a:off x="1143000" y="685800"/>
            <a:ext cx="4570920" cy="3427920"/>
          </a:xfrm>
          <a:prstGeom prst="rect">
            <a:avLst/>
          </a:prstGeom>
        </p:spPr>
      </p:sp>
      <p:sp>
        <p:nvSpPr>
          <p:cNvPr id="94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57474998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75D219D-B5DB-44CA-9DA1-CBF35947C322}" type="slidenum">
              <a:rPr lang="es-ES" sz="1200" b="0" strike="noStrike" spc="-1">
                <a:solidFill>
                  <a:srgbClr val="000000"/>
                </a:solidFill>
                <a:latin typeface="Arial"/>
                <a:ea typeface="+mn-ea"/>
              </a:rPr>
              <a:t>66</a:t>
            </a:fld>
            <a:endParaRPr lang="es-ES" sz="1200" b="0" strike="noStrike" spc="-1">
              <a:latin typeface="Arial"/>
            </a:endParaRPr>
          </a:p>
        </p:txBody>
      </p:sp>
      <p:sp>
        <p:nvSpPr>
          <p:cNvPr id="949" name="PlaceHolder 2"/>
          <p:cNvSpPr>
            <a:spLocks noGrp="1" noRot="1" noChangeAspect="1"/>
          </p:cNvSpPr>
          <p:nvPr>
            <p:ph type="sldImg"/>
          </p:nvPr>
        </p:nvSpPr>
        <p:spPr>
          <a:xfrm>
            <a:off x="1143000" y="685800"/>
            <a:ext cx="4570920" cy="3427920"/>
          </a:xfrm>
          <a:prstGeom prst="rect">
            <a:avLst/>
          </a:prstGeom>
        </p:spPr>
      </p:sp>
      <p:sp>
        <p:nvSpPr>
          <p:cNvPr id="95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17023098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34292DA-08E9-4FB9-84F9-74CEAD18C937}" type="slidenum">
              <a:rPr lang="es-ES" sz="1200" b="0" strike="noStrike" spc="-1">
                <a:solidFill>
                  <a:srgbClr val="000000"/>
                </a:solidFill>
                <a:latin typeface="Arial"/>
                <a:ea typeface="+mn-ea"/>
              </a:rPr>
              <a:t>67</a:t>
            </a:fld>
            <a:endParaRPr lang="es-ES" sz="1200" b="0" strike="noStrike" spc="-1">
              <a:latin typeface="Arial"/>
            </a:endParaRPr>
          </a:p>
        </p:txBody>
      </p:sp>
      <p:sp>
        <p:nvSpPr>
          <p:cNvPr id="952" name="PlaceHolder 2"/>
          <p:cNvSpPr>
            <a:spLocks noGrp="1" noRot="1" noChangeAspect="1"/>
          </p:cNvSpPr>
          <p:nvPr>
            <p:ph type="sldImg"/>
          </p:nvPr>
        </p:nvSpPr>
        <p:spPr>
          <a:xfrm>
            <a:off x="1143000" y="685800"/>
            <a:ext cx="4570920" cy="3427920"/>
          </a:xfrm>
          <a:prstGeom prst="rect">
            <a:avLst/>
          </a:prstGeom>
        </p:spPr>
      </p:sp>
      <p:sp>
        <p:nvSpPr>
          <p:cNvPr id="95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95469318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ADF33E7-C6F1-4267-B40C-AA4C49D9B23E}" type="slidenum">
              <a:rPr lang="es-ES" sz="1200" b="0" strike="noStrike" spc="-1">
                <a:solidFill>
                  <a:srgbClr val="000000"/>
                </a:solidFill>
                <a:latin typeface="Arial"/>
                <a:ea typeface="+mn-ea"/>
              </a:rPr>
              <a:t>68</a:t>
            </a:fld>
            <a:endParaRPr lang="es-ES" sz="1200" b="0" strike="noStrike" spc="-1">
              <a:latin typeface="Arial"/>
            </a:endParaRPr>
          </a:p>
        </p:txBody>
      </p:sp>
      <p:sp>
        <p:nvSpPr>
          <p:cNvPr id="955" name="PlaceHolder 2"/>
          <p:cNvSpPr>
            <a:spLocks noGrp="1" noRot="1" noChangeAspect="1"/>
          </p:cNvSpPr>
          <p:nvPr>
            <p:ph type="sldImg"/>
          </p:nvPr>
        </p:nvSpPr>
        <p:spPr>
          <a:xfrm>
            <a:off x="1143000" y="685800"/>
            <a:ext cx="4570920" cy="3427920"/>
          </a:xfrm>
          <a:prstGeom prst="rect">
            <a:avLst/>
          </a:prstGeom>
        </p:spPr>
      </p:sp>
      <p:sp>
        <p:nvSpPr>
          <p:cNvPr id="95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21302750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E22BA32-6345-427E-9B0C-F912A239DAA2}" type="slidenum">
              <a:rPr lang="es-ES" sz="1200" b="0" strike="noStrike" spc="-1">
                <a:solidFill>
                  <a:srgbClr val="000000"/>
                </a:solidFill>
                <a:latin typeface="Arial"/>
                <a:ea typeface="+mn-ea"/>
              </a:rPr>
              <a:t>69</a:t>
            </a:fld>
            <a:endParaRPr lang="es-ES" sz="1200" b="0" strike="noStrike" spc="-1">
              <a:latin typeface="Arial"/>
            </a:endParaRPr>
          </a:p>
        </p:txBody>
      </p:sp>
      <p:sp>
        <p:nvSpPr>
          <p:cNvPr id="958" name="PlaceHolder 2"/>
          <p:cNvSpPr>
            <a:spLocks noGrp="1" noRot="1" noChangeAspect="1"/>
          </p:cNvSpPr>
          <p:nvPr>
            <p:ph type="sldImg"/>
          </p:nvPr>
        </p:nvSpPr>
        <p:spPr>
          <a:xfrm>
            <a:off x="1143000" y="685800"/>
            <a:ext cx="4570920" cy="3427920"/>
          </a:xfrm>
          <a:prstGeom prst="rect">
            <a:avLst/>
          </a:prstGeom>
        </p:spPr>
      </p:sp>
      <p:sp>
        <p:nvSpPr>
          <p:cNvPr id="95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3036987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E95BF26-CEFE-4FB9-B976-E2E95942CE1C}" type="slidenum">
              <a:rPr lang="es-ES" sz="1200" b="0" strike="noStrike" spc="-1">
                <a:solidFill>
                  <a:srgbClr val="000000"/>
                </a:solidFill>
                <a:latin typeface="Arial"/>
                <a:ea typeface="+mn-ea"/>
              </a:rPr>
              <a:t>70</a:t>
            </a:fld>
            <a:endParaRPr lang="es-ES" sz="1200" b="0" strike="noStrike" spc="-1">
              <a:latin typeface="Arial"/>
            </a:endParaRPr>
          </a:p>
        </p:txBody>
      </p:sp>
      <p:sp>
        <p:nvSpPr>
          <p:cNvPr id="961" name="PlaceHolder 2"/>
          <p:cNvSpPr>
            <a:spLocks noGrp="1" noRot="1" noChangeAspect="1"/>
          </p:cNvSpPr>
          <p:nvPr>
            <p:ph type="sldImg"/>
          </p:nvPr>
        </p:nvSpPr>
        <p:spPr>
          <a:xfrm>
            <a:off x="1143000" y="685800"/>
            <a:ext cx="4571640" cy="3428640"/>
          </a:xfrm>
          <a:prstGeom prst="rect">
            <a:avLst/>
          </a:prstGeom>
        </p:spPr>
      </p:sp>
      <p:sp>
        <p:nvSpPr>
          <p:cNvPr id="96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552757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2BDB2B3-7CEA-41B0-904F-5A619327CC48}" type="slidenum">
              <a:rPr lang="es-ES" sz="1200" b="0" strike="noStrike" spc="-1">
                <a:solidFill>
                  <a:srgbClr val="000000"/>
                </a:solidFill>
                <a:latin typeface="Arial"/>
                <a:ea typeface="+mn-ea"/>
              </a:rPr>
              <a:t>71</a:t>
            </a:fld>
            <a:endParaRPr lang="es-ES" sz="1200" b="0" strike="noStrike" spc="-1">
              <a:latin typeface="Arial"/>
            </a:endParaRPr>
          </a:p>
        </p:txBody>
      </p:sp>
      <p:sp>
        <p:nvSpPr>
          <p:cNvPr id="964" name="PlaceHolder 2"/>
          <p:cNvSpPr>
            <a:spLocks noGrp="1" noRot="1" noChangeAspect="1"/>
          </p:cNvSpPr>
          <p:nvPr>
            <p:ph type="sldImg"/>
          </p:nvPr>
        </p:nvSpPr>
        <p:spPr>
          <a:xfrm>
            <a:off x="1143000" y="685800"/>
            <a:ext cx="4571640" cy="3428640"/>
          </a:xfrm>
          <a:prstGeom prst="rect">
            <a:avLst/>
          </a:prstGeom>
        </p:spPr>
      </p:sp>
      <p:sp>
        <p:nvSpPr>
          <p:cNvPr id="96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4694962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2A3F398-E07A-4C12-8320-6357DD24CC5C}" type="slidenum">
              <a:rPr lang="es-ES" sz="1200" b="0" strike="noStrike" spc="-1">
                <a:solidFill>
                  <a:srgbClr val="000000"/>
                </a:solidFill>
                <a:latin typeface="Arial"/>
                <a:ea typeface="+mn-ea"/>
              </a:rPr>
              <a:t>72</a:t>
            </a:fld>
            <a:endParaRPr lang="es-ES" sz="1200" b="0" strike="noStrike" spc="-1">
              <a:latin typeface="Arial"/>
            </a:endParaRPr>
          </a:p>
        </p:txBody>
      </p:sp>
      <p:sp>
        <p:nvSpPr>
          <p:cNvPr id="967" name="PlaceHolder 2"/>
          <p:cNvSpPr>
            <a:spLocks noGrp="1" noRot="1" noChangeAspect="1"/>
          </p:cNvSpPr>
          <p:nvPr>
            <p:ph type="sldImg"/>
          </p:nvPr>
        </p:nvSpPr>
        <p:spPr>
          <a:xfrm>
            <a:off x="1143000" y="685800"/>
            <a:ext cx="4570920" cy="3427920"/>
          </a:xfrm>
          <a:prstGeom prst="rect">
            <a:avLst/>
          </a:prstGeom>
        </p:spPr>
      </p:sp>
      <p:sp>
        <p:nvSpPr>
          <p:cNvPr id="96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48385569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FE65F95-3363-40D9-8FFD-959EC6EE202B}" type="slidenum">
              <a:rPr lang="es-ES" sz="1200" b="0" strike="noStrike" spc="-1">
                <a:solidFill>
                  <a:srgbClr val="000000"/>
                </a:solidFill>
                <a:latin typeface="Arial"/>
                <a:ea typeface="+mn-ea"/>
              </a:rPr>
              <a:t>73</a:t>
            </a:fld>
            <a:endParaRPr lang="es-ES" sz="1200" b="0" strike="noStrike" spc="-1">
              <a:latin typeface="Arial"/>
            </a:endParaRPr>
          </a:p>
        </p:txBody>
      </p:sp>
      <p:sp>
        <p:nvSpPr>
          <p:cNvPr id="970" name="PlaceHolder 2"/>
          <p:cNvSpPr>
            <a:spLocks noGrp="1" noRot="1" noChangeAspect="1"/>
          </p:cNvSpPr>
          <p:nvPr>
            <p:ph type="sldImg"/>
          </p:nvPr>
        </p:nvSpPr>
        <p:spPr>
          <a:xfrm>
            <a:off x="1143000" y="685800"/>
            <a:ext cx="4570920" cy="3427920"/>
          </a:xfrm>
          <a:prstGeom prst="rect">
            <a:avLst/>
          </a:prstGeom>
        </p:spPr>
      </p:sp>
      <p:sp>
        <p:nvSpPr>
          <p:cNvPr id="97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874196094"/>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92D1AB5-BABA-4020-B3B5-21A979FE84DD}" type="slidenum">
              <a:rPr lang="es-ES" sz="1200" b="0" strike="noStrike" spc="-1">
                <a:solidFill>
                  <a:srgbClr val="000000"/>
                </a:solidFill>
                <a:latin typeface="Arial"/>
                <a:ea typeface="+mn-ea"/>
              </a:rPr>
              <a:t>74</a:t>
            </a:fld>
            <a:endParaRPr lang="es-ES" sz="1200" b="0" strike="noStrike" spc="-1">
              <a:latin typeface="Arial"/>
            </a:endParaRPr>
          </a:p>
        </p:txBody>
      </p:sp>
      <p:sp>
        <p:nvSpPr>
          <p:cNvPr id="973" name="PlaceHolder 2"/>
          <p:cNvSpPr>
            <a:spLocks noGrp="1" noRot="1" noChangeAspect="1"/>
          </p:cNvSpPr>
          <p:nvPr>
            <p:ph type="sldImg"/>
          </p:nvPr>
        </p:nvSpPr>
        <p:spPr>
          <a:xfrm>
            <a:off x="1143000" y="685800"/>
            <a:ext cx="4570920" cy="3427920"/>
          </a:xfrm>
          <a:prstGeom prst="rect">
            <a:avLst/>
          </a:prstGeom>
        </p:spPr>
      </p:sp>
      <p:sp>
        <p:nvSpPr>
          <p:cNvPr id="97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10120541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5D4B831-F3FB-4ADA-AA0C-35AE9EC84318}" type="slidenum">
              <a:rPr lang="es-ES" sz="1200" b="0" strike="noStrike" spc="-1">
                <a:solidFill>
                  <a:srgbClr val="000000"/>
                </a:solidFill>
                <a:latin typeface="Arial"/>
                <a:ea typeface="+mn-ea"/>
              </a:rPr>
              <a:t>75</a:t>
            </a:fld>
            <a:endParaRPr lang="es-ES" sz="1200" b="0" strike="noStrike" spc="-1">
              <a:latin typeface="Arial"/>
            </a:endParaRPr>
          </a:p>
        </p:txBody>
      </p:sp>
      <p:sp>
        <p:nvSpPr>
          <p:cNvPr id="976" name="PlaceHolder 2"/>
          <p:cNvSpPr>
            <a:spLocks noGrp="1" noRot="1" noChangeAspect="1"/>
          </p:cNvSpPr>
          <p:nvPr>
            <p:ph type="sldImg"/>
          </p:nvPr>
        </p:nvSpPr>
        <p:spPr>
          <a:xfrm>
            <a:off x="1143000" y="685800"/>
            <a:ext cx="4570920" cy="3427920"/>
          </a:xfrm>
          <a:prstGeom prst="rect">
            <a:avLst/>
          </a:prstGeom>
        </p:spPr>
      </p:sp>
      <p:sp>
        <p:nvSpPr>
          <p:cNvPr id="97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74283842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8694762A-EA18-49E9-9412-722C66C4877D}" type="slidenum">
              <a:rPr lang="es-ES" sz="1200" b="0" strike="noStrike" spc="-1">
                <a:solidFill>
                  <a:srgbClr val="000000"/>
                </a:solidFill>
                <a:latin typeface="Arial"/>
                <a:ea typeface="+mn-ea"/>
              </a:rPr>
              <a:t>76</a:t>
            </a:fld>
            <a:endParaRPr lang="es-ES" sz="1200" b="0" strike="noStrike" spc="-1">
              <a:latin typeface="Arial"/>
            </a:endParaRPr>
          </a:p>
        </p:txBody>
      </p:sp>
      <p:sp>
        <p:nvSpPr>
          <p:cNvPr id="979" name="PlaceHolder 2"/>
          <p:cNvSpPr>
            <a:spLocks noGrp="1" noRot="1" noChangeAspect="1"/>
          </p:cNvSpPr>
          <p:nvPr>
            <p:ph type="sldImg"/>
          </p:nvPr>
        </p:nvSpPr>
        <p:spPr>
          <a:xfrm>
            <a:off x="1143000" y="685800"/>
            <a:ext cx="4570920" cy="3427920"/>
          </a:xfrm>
          <a:prstGeom prst="rect">
            <a:avLst/>
          </a:prstGeom>
        </p:spPr>
      </p:sp>
      <p:sp>
        <p:nvSpPr>
          <p:cNvPr id="98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059718667"/>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1C88499-10C1-4D5F-AE0C-F72FE0D6A63F}" type="slidenum">
              <a:rPr lang="es-ES" sz="1200" b="0" strike="noStrike" spc="-1">
                <a:solidFill>
                  <a:srgbClr val="000000"/>
                </a:solidFill>
                <a:latin typeface="Arial"/>
                <a:ea typeface="+mn-ea"/>
              </a:rPr>
              <a:t>77</a:t>
            </a:fld>
            <a:endParaRPr lang="es-ES" sz="1200" b="0" strike="noStrike" spc="-1">
              <a:latin typeface="Arial"/>
            </a:endParaRPr>
          </a:p>
        </p:txBody>
      </p:sp>
      <p:sp>
        <p:nvSpPr>
          <p:cNvPr id="982" name="PlaceHolder 2"/>
          <p:cNvSpPr>
            <a:spLocks noGrp="1" noRot="1" noChangeAspect="1"/>
          </p:cNvSpPr>
          <p:nvPr>
            <p:ph type="sldImg"/>
          </p:nvPr>
        </p:nvSpPr>
        <p:spPr>
          <a:xfrm>
            <a:off x="1143000" y="685800"/>
            <a:ext cx="4570920" cy="3427920"/>
          </a:xfrm>
          <a:prstGeom prst="rect">
            <a:avLst/>
          </a:prstGeom>
        </p:spPr>
      </p:sp>
      <p:sp>
        <p:nvSpPr>
          <p:cNvPr id="98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976352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8391A745-1D94-441F-84E0-72575FC512DB}" type="slidenum">
              <a:rPr lang="es-ES" sz="1200" b="0" strike="noStrike" spc="-1">
                <a:solidFill>
                  <a:srgbClr val="000000"/>
                </a:solidFill>
                <a:latin typeface="Arial"/>
                <a:ea typeface="+mn-ea"/>
              </a:rPr>
              <a:t>78</a:t>
            </a:fld>
            <a:endParaRPr lang="es-ES" sz="1200" b="0" strike="noStrike" spc="-1">
              <a:latin typeface="Arial"/>
            </a:endParaRPr>
          </a:p>
        </p:txBody>
      </p:sp>
      <p:sp>
        <p:nvSpPr>
          <p:cNvPr id="985" name="PlaceHolder 2"/>
          <p:cNvSpPr>
            <a:spLocks noGrp="1" noRot="1" noChangeAspect="1"/>
          </p:cNvSpPr>
          <p:nvPr>
            <p:ph type="sldImg"/>
          </p:nvPr>
        </p:nvSpPr>
        <p:spPr>
          <a:xfrm>
            <a:off x="1143000" y="685800"/>
            <a:ext cx="4570920" cy="3427920"/>
          </a:xfrm>
          <a:prstGeom prst="rect">
            <a:avLst/>
          </a:prstGeom>
        </p:spPr>
      </p:sp>
      <p:sp>
        <p:nvSpPr>
          <p:cNvPr id="98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82308382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9FAE0CD4-96D2-45FC-BB24-8C9915AE39E1}" type="slidenum">
              <a:rPr lang="es-ES" sz="1200" b="0" strike="noStrike" spc="-1">
                <a:solidFill>
                  <a:srgbClr val="000000"/>
                </a:solidFill>
                <a:latin typeface="Arial"/>
                <a:ea typeface="+mn-ea"/>
              </a:rPr>
              <a:t>79</a:t>
            </a:fld>
            <a:endParaRPr lang="es-ES" sz="1200" b="0" strike="noStrike" spc="-1">
              <a:latin typeface="Arial"/>
            </a:endParaRPr>
          </a:p>
        </p:txBody>
      </p:sp>
      <p:sp>
        <p:nvSpPr>
          <p:cNvPr id="988" name="PlaceHolder 2"/>
          <p:cNvSpPr>
            <a:spLocks noGrp="1" noRot="1" noChangeAspect="1"/>
          </p:cNvSpPr>
          <p:nvPr>
            <p:ph type="sldImg"/>
          </p:nvPr>
        </p:nvSpPr>
        <p:spPr>
          <a:xfrm>
            <a:off x="1143000" y="685800"/>
            <a:ext cx="4571640" cy="3428640"/>
          </a:xfrm>
          <a:prstGeom prst="rect">
            <a:avLst/>
          </a:prstGeom>
        </p:spPr>
      </p:sp>
      <p:sp>
        <p:nvSpPr>
          <p:cNvPr id="98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920767233"/>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CEB90A3-98B7-431D-B77E-D98221A7FBB2}" type="slidenum">
              <a:rPr lang="es-ES" sz="1200" b="0" strike="noStrike" spc="-1">
                <a:solidFill>
                  <a:srgbClr val="000000"/>
                </a:solidFill>
                <a:latin typeface="Arial"/>
                <a:ea typeface="+mn-ea"/>
              </a:rPr>
              <a:t>80</a:t>
            </a:fld>
            <a:endParaRPr lang="es-ES" sz="1200" b="0" strike="noStrike" spc="-1">
              <a:latin typeface="Arial"/>
            </a:endParaRPr>
          </a:p>
        </p:txBody>
      </p:sp>
      <p:sp>
        <p:nvSpPr>
          <p:cNvPr id="991" name="PlaceHolder 2"/>
          <p:cNvSpPr>
            <a:spLocks noGrp="1" noRot="1" noChangeAspect="1"/>
          </p:cNvSpPr>
          <p:nvPr>
            <p:ph type="sldImg"/>
          </p:nvPr>
        </p:nvSpPr>
        <p:spPr>
          <a:xfrm>
            <a:off x="1143000" y="685800"/>
            <a:ext cx="4570920" cy="3427920"/>
          </a:xfrm>
          <a:prstGeom prst="rect">
            <a:avLst/>
          </a:prstGeom>
        </p:spPr>
      </p:sp>
      <p:sp>
        <p:nvSpPr>
          <p:cNvPr id="99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96545359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37D58F4-215D-436B-8A5C-F443ED7A9D96}" type="slidenum">
              <a:rPr lang="es-ES" sz="1200" b="0" strike="noStrike" spc="-1">
                <a:solidFill>
                  <a:srgbClr val="000000"/>
                </a:solidFill>
                <a:latin typeface="Arial"/>
                <a:ea typeface="+mn-ea"/>
              </a:rPr>
              <a:t>81</a:t>
            </a:fld>
            <a:endParaRPr lang="es-ES" sz="1200" b="0" strike="noStrike" spc="-1">
              <a:latin typeface="Arial"/>
            </a:endParaRPr>
          </a:p>
        </p:txBody>
      </p:sp>
      <p:sp>
        <p:nvSpPr>
          <p:cNvPr id="994" name="PlaceHolder 2"/>
          <p:cNvSpPr>
            <a:spLocks noGrp="1" noRot="1" noChangeAspect="1"/>
          </p:cNvSpPr>
          <p:nvPr>
            <p:ph type="sldImg"/>
          </p:nvPr>
        </p:nvSpPr>
        <p:spPr>
          <a:xfrm>
            <a:off x="1143000" y="685800"/>
            <a:ext cx="4571640" cy="3428640"/>
          </a:xfrm>
          <a:prstGeom prst="rect">
            <a:avLst/>
          </a:prstGeom>
        </p:spPr>
      </p:sp>
      <p:sp>
        <p:nvSpPr>
          <p:cNvPr id="99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908017188"/>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8DF2068B-773C-4633-BAC5-793DB5BB5B9E}" type="slidenum">
              <a:rPr lang="es-ES" sz="1200" b="0" strike="noStrike" spc="-1">
                <a:solidFill>
                  <a:srgbClr val="000000"/>
                </a:solidFill>
                <a:latin typeface="Arial"/>
                <a:ea typeface="+mn-ea"/>
              </a:rPr>
              <a:t>82</a:t>
            </a:fld>
            <a:endParaRPr lang="es-ES" sz="1200" b="0" strike="noStrike" spc="-1">
              <a:latin typeface="Arial"/>
            </a:endParaRPr>
          </a:p>
        </p:txBody>
      </p:sp>
      <p:sp>
        <p:nvSpPr>
          <p:cNvPr id="997" name="PlaceHolder 2"/>
          <p:cNvSpPr>
            <a:spLocks noGrp="1" noRot="1" noChangeAspect="1"/>
          </p:cNvSpPr>
          <p:nvPr>
            <p:ph type="sldImg"/>
          </p:nvPr>
        </p:nvSpPr>
        <p:spPr>
          <a:xfrm>
            <a:off x="1143000" y="685800"/>
            <a:ext cx="4570920" cy="3427920"/>
          </a:xfrm>
          <a:prstGeom prst="rect">
            <a:avLst/>
          </a:prstGeom>
        </p:spPr>
      </p:sp>
      <p:sp>
        <p:nvSpPr>
          <p:cNvPr id="99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55015121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F677692-2F04-497D-B1AD-35F9964DE12B}" type="slidenum">
              <a:rPr lang="es-ES" sz="1200" b="0" strike="noStrike" spc="-1">
                <a:solidFill>
                  <a:srgbClr val="000000"/>
                </a:solidFill>
                <a:latin typeface="Arial"/>
                <a:ea typeface="+mn-ea"/>
              </a:rPr>
              <a:t>83</a:t>
            </a:fld>
            <a:endParaRPr lang="es-ES" sz="1200" b="0" strike="noStrike" spc="-1">
              <a:latin typeface="Arial"/>
            </a:endParaRPr>
          </a:p>
        </p:txBody>
      </p:sp>
      <p:sp>
        <p:nvSpPr>
          <p:cNvPr id="1000" name="PlaceHolder 2"/>
          <p:cNvSpPr>
            <a:spLocks noGrp="1" noRot="1" noChangeAspect="1"/>
          </p:cNvSpPr>
          <p:nvPr>
            <p:ph type="sldImg"/>
          </p:nvPr>
        </p:nvSpPr>
        <p:spPr>
          <a:xfrm>
            <a:off x="1143000" y="685800"/>
            <a:ext cx="4570920" cy="3427920"/>
          </a:xfrm>
          <a:prstGeom prst="rect">
            <a:avLst/>
          </a:prstGeom>
        </p:spPr>
      </p:sp>
      <p:sp>
        <p:nvSpPr>
          <p:cNvPr id="100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438674883"/>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7CD907C-3DDB-400D-BE00-77A7707BFB1C}" type="slidenum">
              <a:rPr lang="es-ES" sz="1200" b="0" strike="noStrike" spc="-1">
                <a:solidFill>
                  <a:srgbClr val="000000"/>
                </a:solidFill>
                <a:latin typeface="Arial"/>
                <a:ea typeface="+mn-ea"/>
              </a:rPr>
              <a:t>84</a:t>
            </a:fld>
            <a:endParaRPr lang="es-ES" sz="1200" b="0" strike="noStrike" spc="-1">
              <a:latin typeface="Arial"/>
            </a:endParaRPr>
          </a:p>
        </p:txBody>
      </p:sp>
      <p:sp>
        <p:nvSpPr>
          <p:cNvPr id="1003" name="PlaceHolder 2"/>
          <p:cNvSpPr>
            <a:spLocks noGrp="1" noRot="1" noChangeAspect="1"/>
          </p:cNvSpPr>
          <p:nvPr>
            <p:ph type="sldImg"/>
          </p:nvPr>
        </p:nvSpPr>
        <p:spPr>
          <a:xfrm>
            <a:off x="1143000" y="685800"/>
            <a:ext cx="4570920" cy="3427920"/>
          </a:xfrm>
          <a:prstGeom prst="rect">
            <a:avLst/>
          </a:prstGeom>
        </p:spPr>
      </p:sp>
      <p:sp>
        <p:nvSpPr>
          <p:cNvPr id="100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7921185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CB4FB55-2423-416A-B988-48FCE1D03B51}" type="slidenum">
              <a:rPr lang="es-ES" sz="1200" b="0" strike="noStrike" spc="-1">
                <a:solidFill>
                  <a:srgbClr val="000000"/>
                </a:solidFill>
                <a:latin typeface="Arial"/>
                <a:ea typeface="+mn-ea"/>
              </a:rPr>
              <a:t>85</a:t>
            </a:fld>
            <a:endParaRPr lang="es-ES" sz="1200" b="0" strike="noStrike" spc="-1">
              <a:latin typeface="Arial"/>
            </a:endParaRPr>
          </a:p>
        </p:txBody>
      </p:sp>
      <p:sp>
        <p:nvSpPr>
          <p:cNvPr id="1006" name="PlaceHolder 2"/>
          <p:cNvSpPr>
            <a:spLocks noGrp="1" noRot="1" noChangeAspect="1"/>
          </p:cNvSpPr>
          <p:nvPr>
            <p:ph type="sldImg"/>
          </p:nvPr>
        </p:nvSpPr>
        <p:spPr>
          <a:xfrm>
            <a:off x="1143000" y="685800"/>
            <a:ext cx="4570920" cy="3427920"/>
          </a:xfrm>
          <a:prstGeom prst="rect">
            <a:avLst/>
          </a:prstGeom>
        </p:spPr>
      </p:sp>
      <p:sp>
        <p:nvSpPr>
          <p:cNvPr id="100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45349595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6412DFA-C7CD-4E25-9D93-A48C67861231}" type="slidenum">
              <a:rPr lang="es-ES" sz="1200" b="0" strike="noStrike" spc="-1">
                <a:solidFill>
                  <a:srgbClr val="000000"/>
                </a:solidFill>
                <a:latin typeface="Arial"/>
                <a:ea typeface="+mn-ea"/>
              </a:rPr>
              <a:t>86</a:t>
            </a:fld>
            <a:endParaRPr lang="es-ES" sz="1200" b="0" strike="noStrike" spc="-1">
              <a:latin typeface="Arial"/>
            </a:endParaRPr>
          </a:p>
        </p:txBody>
      </p:sp>
      <p:sp>
        <p:nvSpPr>
          <p:cNvPr id="1009" name="PlaceHolder 2"/>
          <p:cNvSpPr>
            <a:spLocks noGrp="1" noRot="1" noChangeAspect="1"/>
          </p:cNvSpPr>
          <p:nvPr>
            <p:ph type="sldImg"/>
          </p:nvPr>
        </p:nvSpPr>
        <p:spPr>
          <a:xfrm>
            <a:off x="1143000" y="685800"/>
            <a:ext cx="4570920" cy="3427920"/>
          </a:xfrm>
          <a:prstGeom prst="rect">
            <a:avLst/>
          </a:prstGeom>
        </p:spPr>
      </p:sp>
      <p:sp>
        <p:nvSpPr>
          <p:cNvPr id="101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2198069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36E3EC1-D0ED-402A-9195-51C0D00CD91E}" type="slidenum">
              <a:rPr lang="es-ES" sz="1200" b="0" strike="noStrike" spc="-1">
                <a:solidFill>
                  <a:srgbClr val="000000"/>
                </a:solidFill>
                <a:latin typeface="Arial"/>
                <a:ea typeface="+mn-ea"/>
              </a:rPr>
              <a:t>87</a:t>
            </a:fld>
            <a:endParaRPr lang="es-ES" sz="1200" b="0" strike="noStrike" spc="-1">
              <a:latin typeface="Arial"/>
            </a:endParaRPr>
          </a:p>
        </p:txBody>
      </p:sp>
      <p:sp>
        <p:nvSpPr>
          <p:cNvPr id="1012" name="PlaceHolder 2"/>
          <p:cNvSpPr>
            <a:spLocks noGrp="1" noRot="1" noChangeAspect="1"/>
          </p:cNvSpPr>
          <p:nvPr>
            <p:ph type="sldImg"/>
          </p:nvPr>
        </p:nvSpPr>
        <p:spPr>
          <a:xfrm>
            <a:off x="1143000" y="685800"/>
            <a:ext cx="4570920" cy="3427920"/>
          </a:xfrm>
          <a:prstGeom prst="rect">
            <a:avLst/>
          </a:prstGeom>
        </p:spPr>
      </p:sp>
      <p:sp>
        <p:nvSpPr>
          <p:cNvPr id="101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602485829"/>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DF1A498-FB3E-4991-A0EB-4D671802C891}" type="slidenum">
              <a:rPr lang="es-ES" sz="1200" b="0" strike="noStrike" spc="-1">
                <a:solidFill>
                  <a:srgbClr val="000000"/>
                </a:solidFill>
                <a:latin typeface="Arial"/>
                <a:ea typeface="+mn-ea"/>
              </a:rPr>
              <a:t>88</a:t>
            </a:fld>
            <a:endParaRPr lang="es-ES" sz="1200" b="0" strike="noStrike" spc="-1">
              <a:latin typeface="Arial"/>
            </a:endParaRPr>
          </a:p>
        </p:txBody>
      </p:sp>
      <p:sp>
        <p:nvSpPr>
          <p:cNvPr id="1015" name="PlaceHolder 2"/>
          <p:cNvSpPr>
            <a:spLocks noGrp="1" noRot="1" noChangeAspect="1"/>
          </p:cNvSpPr>
          <p:nvPr>
            <p:ph type="sldImg"/>
          </p:nvPr>
        </p:nvSpPr>
        <p:spPr>
          <a:xfrm>
            <a:off x="1143000" y="685800"/>
            <a:ext cx="4570920" cy="3427920"/>
          </a:xfrm>
          <a:prstGeom prst="rect">
            <a:avLst/>
          </a:prstGeom>
        </p:spPr>
      </p:sp>
      <p:sp>
        <p:nvSpPr>
          <p:cNvPr id="101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52473184"/>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1C02116-2821-4D85-8F0C-DF0E33A76B8C}" type="slidenum">
              <a:rPr lang="es-ES" sz="1200" b="0" strike="noStrike" spc="-1">
                <a:solidFill>
                  <a:srgbClr val="000000"/>
                </a:solidFill>
                <a:latin typeface="Arial"/>
                <a:ea typeface="+mn-ea"/>
              </a:rPr>
              <a:t>89</a:t>
            </a:fld>
            <a:endParaRPr lang="es-ES" sz="1200" b="0" strike="noStrike" spc="-1">
              <a:latin typeface="Arial"/>
            </a:endParaRPr>
          </a:p>
        </p:txBody>
      </p:sp>
      <p:sp>
        <p:nvSpPr>
          <p:cNvPr id="1018" name="PlaceHolder 2"/>
          <p:cNvSpPr>
            <a:spLocks noGrp="1" noRot="1" noChangeAspect="1"/>
          </p:cNvSpPr>
          <p:nvPr>
            <p:ph type="sldImg"/>
          </p:nvPr>
        </p:nvSpPr>
        <p:spPr>
          <a:xfrm>
            <a:off x="1143000" y="685800"/>
            <a:ext cx="4570920" cy="3427920"/>
          </a:xfrm>
          <a:prstGeom prst="rect">
            <a:avLst/>
          </a:prstGeom>
        </p:spPr>
      </p:sp>
      <p:sp>
        <p:nvSpPr>
          <p:cNvPr id="101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66903515"/>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5228415-1EAA-4129-B24C-0BA65FEC1268}" type="slidenum">
              <a:rPr lang="es-ES" sz="1200" b="0" strike="noStrike" spc="-1">
                <a:solidFill>
                  <a:srgbClr val="000000"/>
                </a:solidFill>
                <a:latin typeface="Arial"/>
                <a:ea typeface="+mn-ea"/>
              </a:rPr>
              <a:t>90</a:t>
            </a:fld>
            <a:endParaRPr lang="es-ES" sz="1200" b="0" strike="noStrike" spc="-1">
              <a:latin typeface="Arial"/>
            </a:endParaRPr>
          </a:p>
        </p:txBody>
      </p:sp>
      <p:sp>
        <p:nvSpPr>
          <p:cNvPr id="1021" name="PlaceHolder 2"/>
          <p:cNvSpPr>
            <a:spLocks noGrp="1" noRot="1" noChangeAspect="1"/>
          </p:cNvSpPr>
          <p:nvPr>
            <p:ph type="sldImg"/>
          </p:nvPr>
        </p:nvSpPr>
        <p:spPr>
          <a:xfrm>
            <a:off x="1143000" y="685800"/>
            <a:ext cx="4570920" cy="3427920"/>
          </a:xfrm>
          <a:prstGeom prst="rect">
            <a:avLst/>
          </a:prstGeom>
        </p:spPr>
      </p:sp>
      <p:sp>
        <p:nvSpPr>
          <p:cNvPr id="102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31367262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38ADF088-4BB1-4EA6-8AC7-A4E9189532EF}" type="slidenum">
              <a:rPr lang="es-ES" sz="1200" b="0" strike="noStrike" spc="-1">
                <a:solidFill>
                  <a:srgbClr val="000000"/>
                </a:solidFill>
                <a:latin typeface="Arial"/>
                <a:ea typeface="+mn-ea"/>
              </a:rPr>
              <a:t>91</a:t>
            </a:fld>
            <a:endParaRPr lang="es-ES" sz="1200" b="0" strike="noStrike" spc="-1">
              <a:latin typeface="Arial"/>
            </a:endParaRPr>
          </a:p>
        </p:txBody>
      </p:sp>
      <p:sp>
        <p:nvSpPr>
          <p:cNvPr id="1024" name="PlaceHolder 2"/>
          <p:cNvSpPr>
            <a:spLocks noGrp="1" noRot="1" noChangeAspect="1"/>
          </p:cNvSpPr>
          <p:nvPr>
            <p:ph type="sldImg"/>
          </p:nvPr>
        </p:nvSpPr>
        <p:spPr>
          <a:xfrm>
            <a:off x="1143000" y="685800"/>
            <a:ext cx="4570920" cy="3427920"/>
          </a:xfrm>
          <a:prstGeom prst="rect">
            <a:avLst/>
          </a:prstGeom>
        </p:spPr>
      </p:sp>
      <p:sp>
        <p:nvSpPr>
          <p:cNvPr id="102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45327745"/>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B841DE0-937B-4D05-A660-5F94FB8E4786}" type="slidenum">
              <a:rPr lang="es-ES" sz="1200" b="0" strike="noStrike" spc="-1">
                <a:solidFill>
                  <a:srgbClr val="000000"/>
                </a:solidFill>
                <a:latin typeface="Arial"/>
                <a:ea typeface="+mn-ea"/>
              </a:rPr>
              <a:t>92</a:t>
            </a:fld>
            <a:endParaRPr lang="es-ES" sz="1200" b="0" strike="noStrike" spc="-1">
              <a:latin typeface="Arial"/>
            </a:endParaRPr>
          </a:p>
        </p:txBody>
      </p:sp>
      <p:sp>
        <p:nvSpPr>
          <p:cNvPr id="1027" name="PlaceHolder 2"/>
          <p:cNvSpPr>
            <a:spLocks noGrp="1" noRot="1" noChangeAspect="1"/>
          </p:cNvSpPr>
          <p:nvPr>
            <p:ph type="sldImg"/>
          </p:nvPr>
        </p:nvSpPr>
        <p:spPr>
          <a:xfrm>
            <a:off x="1143000" y="685800"/>
            <a:ext cx="4570920" cy="3427920"/>
          </a:xfrm>
          <a:prstGeom prst="rect">
            <a:avLst/>
          </a:prstGeom>
        </p:spPr>
      </p:sp>
      <p:sp>
        <p:nvSpPr>
          <p:cNvPr id="102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31526366"/>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71117B2-5AAE-4CE1-A2C9-77C6CD89F678}" type="slidenum">
              <a:rPr lang="es-ES" sz="1200" b="0" strike="noStrike" spc="-1">
                <a:solidFill>
                  <a:srgbClr val="000000"/>
                </a:solidFill>
                <a:latin typeface="Arial"/>
                <a:ea typeface="+mn-ea"/>
              </a:rPr>
              <a:t>93</a:t>
            </a:fld>
            <a:endParaRPr lang="es-ES" sz="1200" b="0" strike="noStrike" spc="-1">
              <a:latin typeface="Arial"/>
            </a:endParaRPr>
          </a:p>
        </p:txBody>
      </p:sp>
      <p:sp>
        <p:nvSpPr>
          <p:cNvPr id="1030" name="PlaceHolder 2"/>
          <p:cNvSpPr>
            <a:spLocks noGrp="1" noRot="1" noChangeAspect="1"/>
          </p:cNvSpPr>
          <p:nvPr>
            <p:ph type="sldImg"/>
          </p:nvPr>
        </p:nvSpPr>
        <p:spPr>
          <a:xfrm>
            <a:off x="1143000" y="685800"/>
            <a:ext cx="4570920" cy="3427920"/>
          </a:xfrm>
          <a:prstGeom prst="rect">
            <a:avLst/>
          </a:prstGeom>
        </p:spPr>
      </p:sp>
      <p:sp>
        <p:nvSpPr>
          <p:cNvPr id="103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907314783"/>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F5447D1-3A38-4FE7-8E4F-063BAFEE522F}" type="slidenum">
              <a:rPr lang="es-ES" sz="1200" b="0" strike="noStrike" spc="-1">
                <a:solidFill>
                  <a:srgbClr val="000000"/>
                </a:solidFill>
                <a:latin typeface="Arial"/>
                <a:ea typeface="+mn-ea"/>
              </a:rPr>
              <a:t>94</a:t>
            </a:fld>
            <a:endParaRPr lang="es-ES" sz="1200" b="0" strike="noStrike" spc="-1">
              <a:latin typeface="Arial"/>
            </a:endParaRPr>
          </a:p>
        </p:txBody>
      </p:sp>
      <p:sp>
        <p:nvSpPr>
          <p:cNvPr id="1033" name="PlaceHolder 2"/>
          <p:cNvSpPr>
            <a:spLocks noGrp="1" noRot="1" noChangeAspect="1"/>
          </p:cNvSpPr>
          <p:nvPr>
            <p:ph type="sldImg"/>
          </p:nvPr>
        </p:nvSpPr>
        <p:spPr>
          <a:xfrm>
            <a:off x="1143000" y="685800"/>
            <a:ext cx="4570920" cy="3427920"/>
          </a:xfrm>
          <a:prstGeom prst="rect">
            <a:avLst/>
          </a:prstGeom>
        </p:spPr>
      </p:sp>
      <p:sp>
        <p:nvSpPr>
          <p:cNvPr id="103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3725384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27C3F34-9FF5-4BBC-B109-C6A0E176EB46}" type="slidenum">
              <a:rPr lang="es-ES" sz="1200" b="0" strike="noStrike" spc="-1">
                <a:solidFill>
                  <a:srgbClr val="000000"/>
                </a:solidFill>
                <a:latin typeface="Arial"/>
                <a:ea typeface="+mn-ea"/>
              </a:rPr>
              <a:t>95</a:t>
            </a:fld>
            <a:endParaRPr lang="es-ES" sz="1200" b="0" strike="noStrike" spc="-1">
              <a:latin typeface="Arial"/>
            </a:endParaRPr>
          </a:p>
        </p:txBody>
      </p:sp>
      <p:sp>
        <p:nvSpPr>
          <p:cNvPr id="1036" name="PlaceHolder 2"/>
          <p:cNvSpPr>
            <a:spLocks noGrp="1" noRot="1" noChangeAspect="1"/>
          </p:cNvSpPr>
          <p:nvPr>
            <p:ph type="sldImg"/>
          </p:nvPr>
        </p:nvSpPr>
        <p:spPr>
          <a:xfrm>
            <a:off x="1143000" y="685800"/>
            <a:ext cx="4570920" cy="3427920"/>
          </a:xfrm>
          <a:prstGeom prst="rect">
            <a:avLst/>
          </a:prstGeom>
        </p:spPr>
      </p:sp>
      <p:sp>
        <p:nvSpPr>
          <p:cNvPr id="103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986714115"/>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BFD968A-9C93-4C9F-8BEC-28D1D5B826D7}" type="slidenum">
              <a:rPr lang="es-ES" sz="1200" b="0" strike="noStrike" spc="-1">
                <a:solidFill>
                  <a:srgbClr val="000000"/>
                </a:solidFill>
                <a:latin typeface="Arial"/>
                <a:ea typeface="+mn-ea"/>
              </a:rPr>
              <a:t>96</a:t>
            </a:fld>
            <a:endParaRPr lang="es-ES" sz="1200" b="0" strike="noStrike" spc="-1">
              <a:latin typeface="Arial"/>
            </a:endParaRPr>
          </a:p>
        </p:txBody>
      </p:sp>
      <p:sp>
        <p:nvSpPr>
          <p:cNvPr id="1039" name="PlaceHolder 2"/>
          <p:cNvSpPr>
            <a:spLocks noGrp="1" noRot="1" noChangeAspect="1"/>
          </p:cNvSpPr>
          <p:nvPr>
            <p:ph type="sldImg"/>
          </p:nvPr>
        </p:nvSpPr>
        <p:spPr>
          <a:xfrm>
            <a:off x="1143000" y="685800"/>
            <a:ext cx="4570920" cy="3427920"/>
          </a:xfrm>
          <a:prstGeom prst="rect">
            <a:avLst/>
          </a:prstGeom>
        </p:spPr>
      </p:sp>
      <p:sp>
        <p:nvSpPr>
          <p:cNvPr id="104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164325618"/>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F9070A1-1ECA-44AE-92E2-13EB7506DFB6}" type="slidenum">
              <a:rPr lang="es-ES" sz="1200" b="0" strike="noStrike" spc="-1">
                <a:solidFill>
                  <a:srgbClr val="000000"/>
                </a:solidFill>
                <a:latin typeface="Arial"/>
                <a:ea typeface="+mn-ea"/>
              </a:rPr>
              <a:t>97</a:t>
            </a:fld>
            <a:endParaRPr lang="es-ES" sz="1200" b="0" strike="noStrike" spc="-1">
              <a:latin typeface="Arial"/>
            </a:endParaRPr>
          </a:p>
        </p:txBody>
      </p:sp>
      <p:sp>
        <p:nvSpPr>
          <p:cNvPr id="1042" name="PlaceHolder 2"/>
          <p:cNvSpPr>
            <a:spLocks noGrp="1" noRot="1" noChangeAspect="1"/>
          </p:cNvSpPr>
          <p:nvPr>
            <p:ph type="sldImg"/>
          </p:nvPr>
        </p:nvSpPr>
        <p:spPr>
          <a:xfrm>
            <a:off x="1143000" y="685800"/>
            <a:ext cx="4570920" cy="3427920"/>
          </a:xfrm>
          <a:prstGeom prst="rect">
            <a:avLst/>
          </a:prstGeom>
        </p:spPr>
      </p:sp>
      <p:sp>
        <p:nvSpPr>
          <p:cNvPr id="104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54300747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94973AA-9297-4FC8-A60C-1C04DD5F3438}" type="slidenum">
              <a:rPr lang="es-ES" sz="1200" b="0" strike="noStrike" spc="-1">
                <a:solidFill>
                  <a:srgbClr val="000000"/>
                </a:solidFill>
                <a:latin typeface="Arial"/>
                <a:ea typeface="+mn-ea"/>
              </a:rPr>
              <a:t>98</a:t>
            </a:fld>
            <a:endParaRPr lang="es-ES" sz="1200" b="0" strike="noStrike" spc="-1">
              <a:latin typeface="Arial"/>
            </a:endParaRPr>
          </a:p>
        </p:txBody>
      </p:sp>
      <p:sp>
        <p:nvSpPr>
          <p:cNvPr id="1045" name="PlaceHolder 2"/>
          <p:cNvSpPr>
            <a:spLocks noGrp="1" noRot="1" noChangeAspect="1"/>
          </p:cNvSpPr>
          <p:nvPr>
            <p:ph type="sldImg"/>
          </p:nvPr>
        </p:nvSpPr>
        <p:spPr>
          <a:xfrm>
            <a:off x="1143000" y="685800"/>
            <a:ext cx="4570920" cy="3427920"/>
          </a:xfrm>
          <a:prstGeom prst="rect">
            <a:avLst/>
          </a:prstGeom>
        </p:spPr>
      </p:sp>
      <p:sp>
        <p:nvSpPr>
          <p:cNvPr id="104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57254792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D03D609-C534-4FEE-8BC1-39E12C14589C}" type="slidenum">
              <a:rPr lang="es-ES" sz="1200" b="0" strike="noStrike" spc="-1">
                <a:solidFill>
                  <a:srgbClr val="000000"/>
                </a:solidFill>
                <a:latin typeface="Arial"/>
                <a:ea typeface="+mn-ea"/>
              </a:rPr>
              <a:t>99</a:t>
            </a:fld>
            <a:endParaRPr lang="es-ES" sz="1200" b="0" strike="noStrike" spc="-1">
              <a:latin typeface="Arial"/>
            </a:endParaRPr>
          </a:p>
        </p:txBody>
      </p:sp>
      <p:sp>
        <p:nvSpPr>
          <p:cNvPr id="1048" name="PlaceHolder 2"/>
          <p:cNvSpPr>
            <a:spLocks noGrp="1" noRot="1" noChangeAspect="1"/>
          </p:cNvSpPr>
          <p:nvPr>
            <p:ph type="sldImg"/>
          </p:nvPr>
        </p:nvSpPr>
        <p:spPr>
          <a:xfrm>
            <a:off x="1143000" y="685800"/>
            <a:ext cx="4570920" cy="3427920"/>
          </a:xfrm>
          <a:prstGeom prst="rect">
            <a:avLst/>
          </a:prstGeom>
        </p:spPr>
      </p:sp>
      <p:sp>
        <p:nvSpPr>
          <p:cNvPr id="104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78513949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F804C8B-0C06-46F7-B991-FA586E484936}" type="slidenum">
              <a:rPr lang="es-ES" sz="1200" b="0" strike="noStrike" spc="-1">
                <a:solidFill>
                  <a:srgbClr val="000000"/>
                </a:solidFill>
                <a:latin typeface="Arial"/>
                <a:ea typeface="+mn-ea"/>
              </a:rPr>
              <a:t>100</a:t>
            </a:fld>
            <a:endParaRPr lang="es-ES" sz="1200" b="0" strike="noStrike" spc="-1">
              <a:latin typeface="Arial"/>
            </a:endParaRPr>
          </a:p>
        </p:txBody>
      </p:sp>
      <p:sp>
        <p:nvSpPr>
          <p:cNvPr id="1051" name="PlaceHolder 2"/>
          <p:cNvSpPr>
            <a:spLocks noGrp="1" noRot="1" noChangeAspect="1"/>
          </p:cNvSpPr>
          <p:nvPr>
            <p:ph type="sldImg"/>
          </p:nvPr>
        </p:nvSpPr>
        <p:spPr>
          <a:xfrm>
            <a:off x="1143000" y="685800"/>
            <a:ext cx="4570920" cy="3427920"/>
          </a:xfrm>
          <a:prstGeom prst="rect">
            <a:avLst/>
          </a:prstGeom>
        </p:spPr>
      </p:sp>
      <p:sp>
        <p:nvSpPr>
          <p:cNvPr id="105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00571183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0C223E0-57D6-4409-9082-BC1E8D1BBC1B}" type="slidenum">
              <a:rPr lang="es-ES" sz="1200" b="0" strike="noStrike" spc="-1">
                <a:solidFill>
                  <a:srgbClr val="000000"/>
                </a:solidFill>
                <a:latin typeface="Arial"/>
                <a:ea typeface="+mn-ea"/>
              </a:rPr>
              <a:t>101</a:t>
            </a:fld>
            <a:endParaRPr lang="es-ES" sz="1200" b="0" strike="noStrike" spc="-1">
              <a:latin typeface="Arial"/>
            </a:endParaRPr>
          </a:p>
        </p:txBody>
      </p:sp>
      <p:sp>
        <p:nvSpPr>
          <p:cNvPr id="1054" name="PlaceHolder 2"/>
          <p:cNvSpPr>
            <a:spLocks noGrp="1" noRot="1" noChangeAspect="1"/>
          </p:cNvSpPr>
          <p:nvPr>
            <p:ph type="sldImg"/>
          </p:nvPr>
        </p:nvSpPr>
        <p:spPr>
          <a:xfrm>
            <a:off x="1143000" y="685800"/>
            <a:ext cx="4571640" cy="3428640"/>
          </a:xfrm>
          <a:prstGeom prst="rect">
            <a:avLst/>
          </a:prstGeom>
        </p:spPr>
      </p:sp>
      <p:sp>
        <p:nvSpPr>
          <p:cNvPr id="105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8321402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274ECA4-F1A6-49EB-AF3E-E3957C26965B}" type="slidenum">
              <a:rPr lang="es-ES" sz="1200" b="0" strike="noStrike" spc="-1">
                <a:solidFill>
                  <a:srgbClr val="000000"/>
                </a:solidFill>
                <a:latin typeface="Arial"/>
                <a:ea typeface="+mn-ea"/>
              </a:rPr>
              <a:t>102</a:t>
            </a:fld>
            <a:endParaRPr lang="es-ES" sz="1200" b="0" strike="noStrike" spc="-1">
              <a:latin typeface="Arial"/>
            </a:endParaRPr>
          </a:p>
        </p:txBody>
      </p:sp>
      <p:sp>
        <p:nvSpPr>
          <p:cNvPr id="1057" name="PlaceHolder 2"/>
          <p:cNvSpPr>
            <a:spLocks noGrp="1" noRot="1" noChangeAspect="1"/>
          </p:cNvSpPr>
          <p:nvPr>
            <p:ph type="sldImg"/>
          </p:nvPr>
        </p:nvSpPr>
        <p:spPr>
          <a:xfrm>
            <a:off x="1143000" y="685800"/>
            <a:ext cx="4570920" cy="3427920"/>
          </a:xfrm>
          <a:prstGeom prst="rect">
            <a:avLst/>
          </a:prstGeom>
        </p:spPr>
      </p:sp>
      <p:sp>
        <p:nvSpPr>
          <p:cNvPr id="105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46154373"/>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C917C6F-FECA-429D-ADF3-1212EDA60F37}" type="slidenum">
              <a:rPr lang="es-ES" sz="1200" b="0" strike="noStrike" spc="-1">
                <a:solidFill>
                  <a:srgbClr val="000000"/>
                </a:solidFill>
                <a:latin typeface="Arial"/>
                <a:ea typeface="+mn-ea"/>
              </a:rPr>
              <a:t>103</a:t>
            </a:fld>
            <a:endParaRPr lang="es-ES" sz="1200" b="0" strike="noStrike" spc="-1">
              <a:latin typeface="Arial"/>
            </a:endParaRPr>
          </a:p>
        </p:txBody>
      </p:sp>
      <p:sp>
        <p:nvSpPr>
          <p:cNvPr id="1060" name="PlaceHolder 2"/>
          <p:cNvSpPr>
            <a:spLocks noGrp="1" noRot="1" noChangeAspect="1"/>
          </p:cNvSpPr>
          <p:nvPr>
            <p:ph type="sldImg"/>
          </p:nvPr>
        </p:nvSpPr>
        <p:spPr>
          <a:xfrm>
            <a:off x="1143000" y="685800"/>
            <a:ext cx="4570920" cy="3427920"/>
          </a:xfrm>
          <a:prstGeom prst="rect">
            <a:avLst/>
          </a:prstGeom>
        </p:spPr>
      </p:sp>
      <p:sp>
        <p:nvSpPr>
          <p:cNvPr id="106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52631888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473F3C8-0B89-4B4F-A996-2A2EAD835FC5}" type="slidenum">
              <a:rPr lang="es-ES" sz="1200" b="0" strike="noStrike" spc="-1">
                <a:solidFill>
                  <a:srgbClr val="000000"/>
                </a:solidFill>
                <a:latin typeface="Arial"/>
                <a:ea typeface="+mn-ea"/>
              </a:rPr>
              <a:t>104</a:t>
            </a:fld>
            <a:endParaRPr lang="es-ES" sz="1200" b="0" strike="noStrike" spc="-1">
              <a:latin typeface="Arial"/>
            </a:endParaRPr>
          </a:p>
        </p:txBody>
      </p:sp>
      <p:sp>
        <p:nvSpPr>
          <p:cNvPr id="1063" name="PlaceHolder 2"/>
          <p:cNvSpPr>
            <a:spLocks noGrp="1" noRot="1" noChangeAspect="1"/>
          </p:cNvSpPr>
          <p:nvPr>
            <p:ph type="sldImg"/>
          </p:nvPr>
        </p:nvSpPr>
        <p:spPr>
          <a:xfrm>
            <a:off x="1143000" y="685800"/>
            <a:ext cx="4570920" cy="3427920"/>
          </a:xfrm>
          <a:prstGeom prst="rect">
            <a:avLst/>
          </a:prstGeom>
        </p:spPr>
      </p:sp>
      <p:sp>
        <p:nvSpPr>
          <p:cNvPr id="106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265979119"/>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B142A8D-5D89-4A5F-85A1-3A25432513BB}" type="slidenum">
              <a:rPr lang="es-ES" sz="1200" b="0" strike="noStrike" spc="-1">
                <a:solidFill>
                  <a:srgbClr val="000000"/>
                </a:solidFill>
                <a:latin typeface="Arial"/>
                <a:ea typeface="+mn-ea"/>
              </a:rPr>
              <a:t>105</a:t>
            </a:fld>
            <a:endParaRPr lang="es-ES" sz="1200" b="0" strike="noStrike" spc="-1">
              <a:latin typeface="Arial"/>
            </a:endParaRPr>
          </a:p>
        </p:txBody>
      </p:sp>
      <p:sp>
        <p:nvSpPr>
          <p:cNvPr id="1066" name="PlaceHolder 2"/>
          <p:cNvSpPr>
            <a:spLocks noGrp="1" noRot="1" noChangeAspect="1"/>
          </p:cNvSpPr>
          <p:nvPr>
            <p:ph type="sldImg"/>
          </p:nvPr>
        </p:nvSpPr>
        <p:spPr>
          <a:xfrm>
            <a:off x="1143000" y="685800"/>
            <a:ext cx="4570920" cy="3427920"/>
          </a:xfrm>
          <a:prstGeom prst="rect">
            <a:avLst/>
          </a:prstGeom>
        </p:spPr>
      </p:sp>
      <p:sp>
        <p:nvSpPr>
          <p:cNvPr id="106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462548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0F36021F-9CA7-4B2D-8522-9C97B463811E}" type="slidenum">
              <a:rPr lang="es-ES" sz="1200" b="0" strike="noStrike" spc="-1">
                <a:solidFill>
                  <a:srgbClr val="000000"/>
                </a:solidFill>
                <a:latin typeface="Arial"/>
                <a:ea typeface="+mn-ea"/>
              </a:rPr>
              <a:t>106</a:t>
            </a:fld>
            <a:endParaRPr lang="es-ES" sz="1200" b="0" strike="noStrike" spc="-1">
              <a:latin typeface="Arial"/>
            </a:endParaRPr>
          </a:p>
        </p:txBody>
      </p:sp>
      <p:sp>
        <p:nvSpPr>
          <p:cNvPr id="1069" name="PlaceHolder 2"/>
          <p:cNvSpPr>
            <a:spLocks noGrp="1" noRot="1" noChangeAspect="1"/>
          </p:cNvSpPr>
          <p:nvPr>
            <p:ph type="sldImg"/>
          </p:nvPr>
        </p:nvSpPr>
        <p:spPr>
          <a:xfrm>
            <a:off x="1143000" y="685800"/>
            <a:ext cx="4570920" cy="3427920"/>
          </a:xfrm>
          <a:prstGeom prst="rect">
            <a:avLst/>
          </a:prstGeom>
        </p:spPr>
      </p:sp>
      <p:sp>
        <p:nvSpPr>
          <p:cNvPr id="107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79922237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0D97496-313C-4490-9192-E3932D88F0D5}" type="slidenum">
              <a:rPr lang="es-ES" sz="1200" b="0" strike="noStrike" spc="-1">
                <a:solidFill>
                  <a:srgbClr val="000000"/>
                </a:solidFill>
                <a:latin typeface="Arial"/>
                <a:ea typeface="+mn-ea"/>
              </a:rPr>
              <a:t>107</a:t>
            </a:fld>
            <a:endParaRPr lang="es-ES" sz="1200" b="0" strike="noStrike" spc="-1">
              <a:latin typeface="Arial"/>
            </a:endParaRPr>
          </a:p>
        </p:txBody>
      </p:sp>
      <p:sp>
        <p:nvSpPr>
          <p:cNvPr id="1072" name="PlaceHolder 2"/>
          <p:cNvSpPr>
            <a:spLocks noGrp="1" noRot="1" noChangeAspect="1"/>
          </p:cNvSpPr>
          <p:nvPr>
            <p:ph type="sldImg"/>
          </p:nvPr>
        </p:nvSpPr>
        <p:spPr>
          <a:xfrm>
            <a:off x="1143000" y="685800"/>
            <a:ext cx="4570920" cy="3427920"/>
          </a:xfrm>
          <a:prstGeom prst="rect">
            <a:avLst/>
          </a:prstGeom>
        </p:spPr>
      </p:sp>
      <p:sp>
        <p:nvSpPr>
          <p:cNvPr id="107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65151647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AD7DF54-6FC7-463F-8544-E5DC7B4DDA8D}" type="slidenum">
              <a:rPr lang="es-ES" sz="1200" b="0" strike="noStrike" spc="-1">
                <a:solidFill>
                  <a:srgbClr val="000000"/>
                </a:solidFill>
                <a:latin typeface="Arial"/>
                <a:ea typeface="+mn-ea"/>
              </a:rPr>
              <a:t>108</a:t>
            </a:fld>
            <a:endParaRPr lang="es-ES" sz="1200" b="0" strike="noStrike" spc="-1">
              <a:latin typeface="Arial"/>
            </a:endParaRPr>
          </a:p>
        </p:txBody>
      </p:sp>
      <p:sp>
        <p:nvSpPr>
          <p:cNvPr id="1075" name="PlaceHolder 2"/>
          <p:cNvSpPr>
            <a:spLocks noGrp="1" noRot="1" noChangeAspect="1"/>
          </p:cNvSpPr>
          <p:nvPr>
            <p:ph type="sldImg"/>
          </p:nvPr>
        </p:nvSpPr>
        <p:spPr>
          <a:xfrm>
            <a:off x="1143000" y="685800"/>
            <a:ext cx="4570920" cy="3427920"/>
          </a:xfrm>
          <a:prstGeom prst="rect">
            <a:avLst/>
          </a:prstGeom>
        </p:spPr>
      </p:sp>
      <p:sp>
        <p:nvSpPr>
          <p:cNvPr id="107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626639645"/>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C720BF8-9FA7-4241-9E00-0E232B7B2E7E}" type="slidenum">
              <a:rPr lang="es-ES" sz="1200" b="0" strike="noStrike" spc="-1">
                <a:solidFill>
                  <a:srgbClr val="000000"/>
                </a:solidFill>
                <a:latin typeface="Arial"/>
                <a:ea typeface="+mn-ea"/>
              </a:rPr>
              <a:t>109</a:t>
            </a:fld>
            <a:endParaRPr lang="es-ES" sz="1200" b="0" strike="noStrike" spc="-1">
              <a:latin typeface="Arial"/>
            </a:endParaRPr>
          </a:p>
        </p:txBody>
      </p:sp>
      <p:sp>
        <p:nvSpPr>
          <p:cNvPr id="1078" name="PlaceHolder 2"/>
          <p:cNvSpPr>
            <a:spLocks noGrp="1" noRot="1" noChangeAspect="1"/>
          </p:cNvSpPr>
          <p:nvPr>
            <p:ph type="sldImg"/>
          </p:nvPr>
        </p:nvSpPr>
        <p:spPr>
          <a:xfrm>
            <a:off x="1143000" y="685800"/>
            <a:ext cx="4570920" cy="3427920"/>
          </a:xfrm>
          <a:prstGeom prst="rect">
            <a:avLst/>
          </a:prstGeom>
        </p:spPr>
      </p:sp>
      <p:sp>
        <p:nvSpPr>
          <p:cNvPr id="107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167526895"/>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4684BF2-159F-4DED-8E19-1C05B9179EA8}" type="slidenum">
              <a:rPr lang="es-ES" sz="1200" b="0" strike="noStrike" spc="-1">
                <a:solidFill>
                  <a:srgbClr val="000000"/>
                </a:solidFill>
                <a:latin typeface="Arial"/>
                <a:ea typeface="+mn-ea"/>
              </a:rPr>
              <a:t>110</a:t>
            </a:fld>
            <a:endParaRPr lang="es-ES" sz="1200" b="0" strike="noStrike" spc="-1">
              <a:latin typeface="Arial"/>
            </a:endParaRPr>
          </a:p>
        </p:txBody>
      </p:sp>
      <p:sp>
        <p:nvSpPr>
          <p:cNvPr id="1081" name="PlaceHolder 2"/>
          <p:cNvSpPr>
            <a:spLocks noGrp="1" noRot="1" noChangeAspect="1"/>
          </p:cNvSpPr>
          <p:nvPr>
            <p:ph type="sldImg"/>
          </p:nvPr>
        </p:nvSpPr>
        <p:spPr>
          <a:xfrm>
            <a:off x="1143000" y="685800"/>
            <a:ext cx="4570920" cy="3427920"/>
          </a:xfrm>
          <a:prstGeom prst="rect">
            <a:avLst/>
          </a:prstGeom>
        </p:spPr>
      </p:sp>
      <p:sp>
        <p:nvSpPr>
          <p:cNvPr id="108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628550734"/>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E86C1E3-A682-4073-8CA7-AECB908A88AA}" type="slidenum">
              <a:rPr lang="es-ES" sz="1200" b="0" strike="noStrike" spc="-1">
                <a:solidFill>
                  <a:srgbClr val="000000"/>
                </a:solidFill>
                <a:latin typeface="Arial"/>
                <a:ea typeface="+mn-ea"/>
              </a:rPr>
              <a:t>111</a:t>
            </a:fld>
            <a:endParaRPr lang="es-ES" sz="1200" b="0" strike="noStrike" spc="-1">
              <a:latin typeface="Arial"/>
            </a:endParaRPr>
          </a:p>
        </p:txBody>
      </p:sp>
      <p:sp>
        <p:nvSpPr>
          <p:cNvPr id="1084" name="PlaceHolder 2"/>
          <p:cNvSpPr>
            <a:spLocks noGrp="1" noRot="1" noChangeAspect="1"/>
          </p:cNvSpPr>
          <p:nvPr>
            <p:ph type="sldImg"/>
          </p:nvPr>
        </p:nvSpPr>
        <p:spPr>
          <a:xfrm>
            <a:off x="1143000" y="685800"/>
            <a:ext cx="4570920" cy="3427920"/>
          </a:xfrm>
          <a:prstGeom prst="rect">
            <a:avLst/>
          </a:prstGeom>
        </p:spPr>
      </p:sp>
      <p:sp>
        <p:nvSpPr>
          <p:cNvPr id="108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54412506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39381BF-E6DF-4ACF-AC94-690C8BD20C7B}" type="slidenum">
              <a:rPr lang="es-ES" sz="1200" b="0" strike="noStrike" spc="-1">
                <a:solidFill>
                  <a:srgbClr val="000000"/>
                </a:solidFill>
                <a:latin typeface="Arial"/>
                <a:ea typeface="+mn-ea"/>
              </a:rPr>
              <a:t>112</a:t>
            </a:fld>
            <a:endParaRPr lang="es-ES" sz="1200" b="0" strike="noStrike" spc="-1">
              <a:latin typeface="Arial"/>
            </a:endParaRPr>
          </a:p>
        </p:txBody>
      </p:sp>
      <p:sp>
        <p:nvSpPr>
          <p:cNvPr id="1087" name="PlaceHolder 2"/>
          <p:cNvSpPr>
            <a:spLocks noGrp="1" noRot="1" noChangeAspect="1"/>
          </p:cNvSpPr>
          <p:nvPr>
            <p:ph type="sldImg"/>
          </p:nvPr>
        </p:nvSpPr>
        <p:spPr>
          <a:xfrm>
            <a:off x="1143000" y="685800"/>
            <a:ext cx="4570920" cy="3427920"/>
          </a:xfrm>
          <a:prstGeom prst="rect">
            <a:avLst/>
          </a:prstGeom>
        </p:spPr>
      </p:sp>
      <p:sp>
        <p:nvSpPr>
          <p:cNvPr id="108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42936608"/>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FC9DD43-DAE2-481F-AFA1-CE10CBE64E48}" type="slidenum">
              <a:rPr lang="es-ES" sz="1200" b="0" strike="noStrike" spc="-1">
                <a:solidFill>
                  <a:srgbClr val="000000"/>
                </a:solidFill>
                <a:latin typeface="Arial"/>
                <a:ea typeface="+mn-ea"/>
              </a:rPr>
              <a:t>113</a:t>
            </a:fld>
            <a:endParaRPr lang="es-ES" sz="1200" b="0" strike="noStrike" spc="-1">
              <a:latin typeface="Arial"/>
            </a:endParaRPr>
          </a:p>
        </p:txBody>
      </p:sp>
      <p:sp>
        <p:nvSpPr>
          <p:cNvPr id="1090" name="PlaceHolder 2"/>
          <p:cNvSpPr>
            <a:spLocks noGrp="1" noRot="1" noChangeAspect="1"/>
          </p:cNvSpPr>
          <p:nvPr>
            <p:ph type="sldImg"/>
          </p:nvPr>
        </p:nvSpPr>
        <p:spPr>
          <a:xfrm>
            <a:off x="1143000" y="685800"/>
            <a:ext cx="4570920" cy="3427920"/>
          </a:xfrm>
          <a:prstGeom prst="rect">
            <a:avLst/>
          </a:prstGeom>
        </p:spPr>
      </p:sp>
      <p:sp>
        <p:nvSpPr>
          <p:cNvPr id="109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150769739"/>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04FC961-D4C1-4DCA-BE13-9316D6D04321}" type="slidenum">
              <a:rPr lang="es-ES" sz="1200" b="0" strike="noStrike" spc="-1">
                <a:solidFill>
                  <a:srgbClr val="000000"/>
                </a:solidFill>
                <a:latin typeface="Arial"/>
                <a:ea typeface="+mn-ea"/>
              </a:rPr>
              <a:t>114</a:t>
            </a:fld>
            <a:endParaRPr lang="es-ES" sz="1200" b="0" strike="noStrike" spc="-1">
              <a:latin typeface="Arial"/>
            </a:endParaRPr>
          </a:p>
        </p:txBody>
      </p:sp>
      <p:sp>
        <p:nvSpPr>
          <p:cNvPr id="1093" name="PlaceHolder 2"/>
          <p:cNvSpPr>
            <a:spLocks noGrp="1" noRot="1" noChangeAspect="1"/>
          </p:cNvSpPr>
          <p:nvPr>
            <p:ph type="sldImg"/>
          </p:nvPr>
        </p:nvSpPr>
        <p:spPr>
          <a:xfrm>
            <a:off x="1143000" y="685800"/>
            <a:ext cx="4570920" cy="3427920"/>
          </a:xfrm>
          <a:prstGeom prst="rect">
            <a:avLst/>
          </a:prstGeom>
        </p:spPr>
      </p:sp>
      <p:sp>
        <p:nvSpPr>
          <p:cNvPr id="109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74760099"/>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A4B21C6-2215-4C2F-AA0B-C444291182E3}" type="slidenum">
              <a:rPr lang="es-ES" sz="1200" b="0" strike="noStrike" spc="-1">
                <a:solidFill>
                  <a:srgbClr val="000000"/>
                </a:solidFill>
                <a:latin typeface="Arial"/>
                <a:ea typeface="+mn-ea"/>
              </a:rPr>
              <a:t>115</a:t>
            </a:fld>
            <a:endParaRPr lang="es-ES" sz="1200" b="0" strike="noStrike" spc="-1">
              <a:latin typeface="Arial"/>
            </a:endParaRPr>
          </a:p>
        </p:txBody>
      </p:sp>
      <p:sp>
        <p:nvSpPr>
          <p:cNvPr id="1096" name="PlaceHolder 2"/>
          <p:cNvSpPr>
            <a:spLocks noGrp="1" noRot="1" noChangeAspect="1"/>
          </p:cNvSpPr>
          <p:nvPr>
            <p:ph type="sldImg"/>
          </p:nvPr>
        </p:nvSpPr>
        <p:spPr>
          <a:xfrm>
            <a:off x="1143000" y="685800"/>
            <a:ext cx="4570920" cy="3427920"/>
          </a:xfrm>
          <a:prstGeom prst="rect">
            <a:avLst/>
          </a:prstGeom>
        </p:spPr>
      </p:sp>
      <p:sp>
        <p:nvSpPr>
          <p:cNvPr id="109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4942164"/>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8499A2E-C7B3-4557-9E28-EA6BBEEB4CC7}" type="slidenum">
              <a:rPr lang="es-ES" sz="1200" b="0" strike="noStrike" spc="-1">
                <a:solidFill>
                  <a:srgbClr val="000000"/>
                </a:solidFill>
                <a:latin typeface="Arial"/>
                <a:ea typeface="+mn-ea"/>
              </a:rPr>
              <a:t>116</a:t>
            </a:fld>
            <a:endParaRPr lang="es-ES" sz="1200" b="0" strike="noStrike" spc="-1">
              <a:latin typeface="Arial"/>
            </a:endParaRPr>
          </a:p>
        </p:txBody>
      </p:sp>
      <p:sp>
        <p:nvSpPr>
          <p:cNvPr id="1099" name="PlaceHolder 2"/>
          <p:cNvSpPr>
            <a:spLocks noGrp="1" noRot="1" noChangeAspect="1"/>
          </p:cNvSpPr>
          <p:nvPr>
            <p:ph type="sldImg"/>
          </p:nvPr>
        </p:nvSpPr>
        <p:spPr>
          <a:xfrm>
            <a:off x="1143000" y="685800"/>
            <a:ext cx="4570920" cy="3427920"/>
          </a:xfrm>
          <a:prstGeom prst="rect">
            <a:avLst/>
          </a:prstGeom>
        </p:spPr>
      </p:sp>
      <p:sp>
        <p:nvSpPr>
          <p:cNvPr id="110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7831153"/>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2B560FA-8D1A-457F-A0BC-A49FBA8AB32E}" type="slidenum">
              <a:rPr lang="es-ES" sz="1200" b="0" strike="noStrike" spc="-1">
                <a:solidFill>
                  <a:srgbClr val="000000"/>
                </a:solidFill>
                <a:latin typeface="Arial"/>
                <a:ea typeface="+mn-ea"/>
              </a:rPr>
              <a:t>117</a:t>
            </a:fld>
            <a:endParaRPr lang="es-ES" sz="1200" b="0" strike="noStrike" spc="-1">
              <a:latin typeface="Arial"/>
            </a:endParaRPr>
          </a:p>
        </p:txBody>
      </p:sp>
      <p:sp>
        <p:nvSpPr>
          <p:cNvPr id="1102" name="PlaceHolder 2"/>
          <p:cNvSpPr>
            <a:spLocks noGrp="1" noRot="1" noChangeAspect="1"/>
          </p:cNvSpPr>
          <p:nvPr>
            <p:ph type="sldImg"/>
          </p:nvPr>
        </p:nvSpPr>
        <p:spPr>
          <a:xfrm>
            <a:off x="1143000" y="685800"/>
            <a:ext cx="4570920" cy="3427920"/>
          </a:xfrm>
          <a:prstGeom prst="rect">
            <a:avLst/>
          </a:prstGeom>
        </p:spPr>
      </p:sp>
      <p:sp>
        <p:nvSpPr>
          <p:cNvPr id="110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757323909"/>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2604B0C-00D2-4DB7-8161-944223453B06}" type="slidenum">
              <a:rPr lang="es-ES" sz="1200" b="0" strike="noStrike" spc="-1">
                <a:solidFill>
                  <a:srgbClr val="000000"/>
                </a:solidFill>
                <a:latin typeface="Arial"/>
                <a:ea typeface="+mn-ea"/>
              </a:rPr>
              <a:t>118</a:t>
            </a:fld>
            <a:endParaRPr lang="es-ES" sz="1200" b="0" strike="noStrike" spc="-1">
              <a:latin typeface="Arial"/>
            </a:endParaRPr>
          </a:p>
        </p:txBody>
      </p:sp>
      <p:sp>
        <p:nvSpPr>
          <p:cNvPr id="1105" name="PlaceHolder 2"/>
          <p:cNvSpPr>
            <a:spLocks noGrp="1" noRot="1" noChangeAspect="1"/>
          </p:cNvSpPr>
          <p:nvPr>
            <p:ph type="sldImg"/>
          </p:nvPr>
        </p:nvSpPr>
        <p:spPr>
          <a:xfrm>
            <a:off x="1143000" y="685800"/>
            <a:ext cx="4571640" cy="3428640"/>
          </a:xfrm>
          <a:prstGeom prst="rect">
            <a:avLst/>
          </a:prstGeom>
        </p:spPr>
      </p:sp>
      <p:sp>
        <p:nvSpPr>
          <p:cNvPr id="110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021486583"/>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03E3991-DFB3-45F9-8A86-52200EE03BCF}" type="slidenum">
              <a:rPr lang="es-ES" sz="1200" b="0" strike="noStrike" spc="-1">
                <a:solidFill>
                  <a:srgbClr val="000000"/>
                </a:solidFill>
                <a:latin typeface="Arial"/>
                <a:ea typeface="+mn-ea"/>
              </a:rPr>
              <a:t>119</a:t>
            </a:fld>
            <a:endParaRPr lang="es-ES" sz="1200" b="0" strike="noStrike" spc="-1">
              <a:latin typeface="Arial"/>
            </a:endParaRPr>
          </a:p>
        </p:txBody>
      </p:sp>
      <p:sp>
        <p:nvSpPr>
          <p:cNvPr id="1108" name="PlaceHolder 2"/>
          <p:cNvSpPr>
            <a:spLocks noGrp="1" noRot="1" noChangeAspect="1"/>
          </p:cNvSpPr>
          <p:nvPr>
            <p:ph type="sldImg"/>
          </p:nvPr>
        </p:nvSpPr>
        <p:spPr>
          <a:xfrm>
            <a:off x="1143000" y="685800"/>
            <a:ext cx="4572000" cy="3429000"/>
          </a:xfrm>
          <a:prstGeom prst="rect">
            <a:avLst/>
          </a:prstGeom>
        </p:spPr>
      </p:sp>
      <p:sp>
        <p:nvSpPr>
          <p:cNvPr id="110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352209507"/>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828DCE2-AD62-4173-9F4C-E9B34898FC8C}" type="slidenum">
              <a:rPr lang="es-ES" sz="1200" b="0" strike="noStrike" spc="-1">
                <a:solidFill>
                  <a:srgbClr val="000000"/>
                </a:solidFill>
                <a:latin typeface="Arial"/>
                <a:ea typeface="+mn-ea"/>
              </a:rPr>
              <a:t>120</a:t>
            </a:fld>
            <a:endParaRPr lang="es-ES" sz="1200" b="0" strike="noStrike" spc="-1">
              <a:latin typeface="Arial"/>
            </a:endParaRPr>
          </a:p>
        </p:txBody>
      </p:sp>
      <p:sp>
        <p:nvSpPr>
          <p:cNvPr id="1111" name="PlaceHolder 2"/>
          <p:cNvSpPr>
            <a:spLocks noGrp="1" noRot="1" noChangeAspect="1"/>
          </p:cNvSpPr>
          <p:nvPr>
            <p:ph type="sldImg"/>
          </p:nvPr>
        </p:nvSpPr>
        <p:spPr>
          <a:xfrm>
            <a:off x="1143000" y="685800"/>
            <a:ext cx="4571640" cy="3428640"/>
          </a:xfrm>
          <a:prstGeom prst="rect">
            <a:avLst/>
          </a:prstGeom>
        </p:spPr>
      </p:sp>
      <p:sp>
        <p:nvSpPr>
          <p:cNvPr id="111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043783317"/>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57884EC-2DF7-4716-B889-90618B8E42D7}" type="slidenum">
              <a:rPr lang="es-ES" sz="1200" b="0" strike="noStrike" spc="-1">
                <a:solidFill>
                  <a:srgbClr val="000000"/>
                </a:solidFill>
                <a:latin typeface="Arial"/>
                <a:ea typeface="+mn-ea"/>
              </a:rPr>
              <a:t>121</a:t>
            </a:fld>
            <a:endParaRPr lang="es-ES" sz="1200" b="0" strike="noStrike" spc="-1">
              <a:latin typeface="Arial"/>
            </a:endParaRPr>
          </a:p>
        </p:txBody>
      </p:sp>
      <p:sp>
        <p:nvSpPr>
          <p:cNvPr id="1114" name="PlaceHolder 2"/>
          <p:cNvSpPr>
            <a:spLocks noGrp="1" noRot="1" noChangeAspect="1"/>
          </p:cNvSpPr>
          <p:nvPr>
            <p:ph type="sldImg"/>
          </p:nvPr>
        </p:nvSpPr>
        <p:spPr>
          <a:xfrm>
            <a:off x="1143000" y="685800"/>
            <a:ext cx="4571640" cy="3428640"/>
          </a:xfrm>
          <a:prstGeom prst="rect">
            <a:avLst/>
          </a:prstGeom>
        </p:spPr>
      </p:sp>
      <p:sp>
        <p:nvSpPr>
          <p:cNvPr id="111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304522408"/>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AB5845D0-0E70-4F06-BAE3-0D8BAF3DF12A}" type="slidenum">
              <a:rPr lang="es-ES" sz="1200" b="0" strike="noStrike" spc="-1">
                <a:solidFill>
                  <a:srgbClr val="000000"/>
                </a:solidFill>
                <a:latin typeface="Arial"/>
                <a:ea typeface="+mn-ea"/>
              </a:rPr>
              <a:t>122</a:t>
            </a:fld>
            <a:endParaRPr lang="es-ES" sz="1200" b="0" strike="noStrike" spc="-1">
              <a:latin typeface="Arial"/>
            </a:endParaRPr>
          </a:p>
        </p:txBody>
      </p:sp>
      <p:sp>
        <p:nvSpPr>
          <p:cNvPr id="1117" name="PlaceHolder 2"/>
          <p:cNvSpPr>
            <a:spLocks noGrp="1" noRot="1" noChangeAspect="1"/>
          </p:cNvSpPr>
          <p:nvPr>
            <p:ph type="sldImg"/>
          </p:nvPr>
        </p:nvSpPr>
        <p:spPr>
          <a:xfrm>
            <a:off x="1143000" y="685800"/>
            <a:ext cx="4571640" cy="3428640"/>
          </a:xfrm>
          <a:prstGeom prst="rect">
            <a:avLst/>
          </a:prstGeom>
        </p:spPr>
      </p:sp>
      <p:sp>
        <p:nvSpPr>
          <p:cNvPr id="111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65506219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11897F5-F1D0-4969-A28E-A6C0C9F74866}" type="slidenum">
              <a:rPr lang="es-ES" sz="1200" b="0" strike="noStrike" spc="-1">
                <a:solidFill>
                  <a:srgbClr val="000000"/>
                </a:solidFill>
                <a:latin typeface="Arial"/>
                <a:ea typeface="+mn-ea"/>
              </a:rPr>
              <a:t>123</a:t>
            </a:fld>
            <a:endParaRPr lang="es-ES" sz="1200" b="0" strike="noStrike" spc="-1">
              <a:latin typeface="Arial"/>
            </a:endParaRPr>
          </a:p>
        </p:txBody>
      </p:sp>
      <p:sp>
        <p:nvSpPr>
          <p:cNvPr id="1120" name="PlaceHolder 2"/>
          <p:cNvSpPr>
            <a:spLocks noGrp="1" noRot="1" noChangeAspect="1"/>
          </p:cNvSpPr>
          <p:nvPr>
            <p:ph type="sldImg"/>
          </p:nvPr>
        </p:nvSpPr>
        <p:spPr>
          <a:xfrm>
            <a:off x="1143000" y="685800"/>
            <a:ext cx="4571640" cy="3428640"/>
          </a:xfrm>
          <a:prstGeom prst="rect">
            <a:avLst/>
          </a:prstGeom>
        </p:spPr>
      </p:sp>
      <p:sp>
        <p:nvSpPr>
          <p:cNvPr id="112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465567687"/>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D1A66AB-54B9-4D06-A897-9C476D02E1DC}" type="slidenum">
              <a:rPr lang="es-ES" sz="1200" b="0" strike="noStrike" spc="-1">
                <a:solidFill>
                  <a:srgbClr val="000000"/>
                </a:solidFill>
                <a:latin typeface="Arial"/>
                <a:ea typeface="+mn-ea"/>
              </a:rPr>
              <a:t>124</a:t>
            </a:fld>
            <a:endParaRPr lang="es-ES" sz="1200" b="0" strike="noStrike" spc="-1">
              <a:latin typeface="Arial"/>
            </a:endParaRPr>
          </a:p>
        </p:txBody>
      </p:sp>
      <p:sp>
        <p:nvSpPr>
          <p:cNvPr id="1123" name="PlaceHolder 2"/>
          <p:cNvSpPr>
            <a:spLocks noGrp="1" noRot="1" noChangeAspect="1"/>
          </p:cNvSpPr>
          <p:nvPr>
            <p:ph type="sldImg"/>
          </p:nvPr>
        </p:nvSpPr>
        <p:spPr>
          <a:xfrm>
            <a:off x="1143000" y="685800"/>
            <a:ext cx="4571640" cy="3428640"/>
          </a:xfrm>
          <a:prstGeom prst="rect">
            <a:avLst/>
          </a:prstGeom>
        </p:spPr>
      </p:sp>
      <p:sp>
        <p:nvSpPr>
          <p:cNvPr id="112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17020970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1C564F1D-6331-4AC0-B020-F38638526A2D}" type="slidenum">
              <a:rPr lang="es-ES" sz="1200" b="0" strike="noStrike" spc="-1">
                <a:solidFill>
                  <a:srgbClr val="000000"/>
                </a:solidFill>
                <a:latin typeface="Arial"/>
                <a:ea typeface="+mn-ea"/>
              </a:rPr>
              <a:t>125</a:t>
            </a:fld>
            <a:endParaRPr lang="es-ES" sz="1200" b="0" strike="noStrike" spc="-1">
              <a:latin typeface="Arial"/>
            </a:endParaRPr>
          </a:p>
        </p:txBody>
      </p:sp>
      <p:sp>
        <p:nvSpPr>
          <p:cNvPr id="1126" name="PlaceHolder 2"/>
          <p:cNvSpPr>
            <a:spLocks noGrp="1" noRot="1" noChangeAspect="1"/>
          </p:cNvSpPr>
          <p:nvPr>
            <p:ph type="sldImg"/>
          </p:nvPr>
        </p:nvSpPr>
        <p:spPr>
          <a:xfrm>
            <a:off x="1143000" y="685800"/>
            <a:ext cx="4571640" cy="3428640"/>
          </a:xfrm>
          <a:prstGeom prst="rect">
            <a:avLst/>
          </a:prstGeom>
        </p:spPr>
      </p:sp>
      <p:sp>
        <p:nvSpPr>
          <p:cNvPr id="112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907147228"/>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C4AA8A4-4BF4-4494-900E-E33225180D5D}" type="slidenum">
              <a:rPr lang="es-ES" sz="1200" b="0" strike="noStrike" spc="-1">
                <a:solidFill>
                  <a:srgbClr val="000000"/>
                </a:solidFill>
                <a:latin typeface="Arial"/>
                <a:ea typeface="+mn-ea"/>
              </a:rPr>
              <a:t>126</a:t>
            </a:fld>
            <a:endParaRPr lang="es-ES" sz="1200" b="0" strike="noStrike" spc="-1">
              <a:latin typeface="Arial"/>
            </a:endParaRPr>
          </a:p>
        </p:txBody>
      </p:sp>
      <p:sp>
        <p:nvSpPr>
          <p:cNvPr id="1129" name="PlaceHolder 2"/>
          <p:cNvSpPr>
            <a:spLocks noGrp="1" noRot="1" noChangeAspect="1"/>
          </p:cNvSpPr>
          <p:nvPr>
            <p:ph type="sldImg"/>
          </p:nvPr>
        </p:nvSpPr>
        <p:spPr>
          <a:xfrm>
            <a:off x="1143000" y="685800"/>
            <a:ext cx="4571640" cy="3428640"/>
          </a:xfrm>
          <a:prstGeom prst="rect">
            <a:avLst/>
          </a:prstGeom>
        </p:spPr>
      </p:sp>
      <p:sp>
        <p:nvSpPr>
          <p:cNvPr id="113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02771442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827C6AC-E448-4F34-A592-26FFEBD58FF6}" type="slidenum">
              <a:rPr lang="es-ES" sz="1200" b="0" strike="noStrike" spc="-1">
                <a:solidFill>
                  <a:srgbClr val="000000"/>
                </a:solidFill>
                <a:latin typeface="Arial"/>
                <a:ea typeface="+mn-ea"/>
              </a:rPr>
              <a:t>127</a:t>
            </a:fld>
            <a:endParaRPr lang="es-ES" sz="1200" b="0" strike="noStrike" spc="-1">
              <a:latin typeface="Arial"/>
            </a:endParaRPr>
          </a:p>
        </p:txBody>
      </p:sp>
      <p:sp>
        <p:nvSpPr>
          <p:cNvPr id="1132" name="PlaceHolder 2"/>
          <p:cNvSpPr>
            <a:spLocks noGrp="1" noRot="1" noChangeAspect="1"/>
          </p:cNvSpPr>
          <p:nvPr>
            <p:ph type="sldImg"/>
          </p:nvPr>
        </p:nvSpPr>
        <p:spPr>
          <a:xfrm>
            <a:off x="1143000" y="685800"/>
            <a:ext cx="4571640" cy="3428640"/>
          </a:xfrm>
          <a:prstGeom prst="rect">
            <a:avLst/>
          </a:prstGeom>
        </p:spPr>
      </p:sp>
      <p:sp>
        <p:nvSpPr>
          <p:cNvPr id="113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0978865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9F465525-5189-45DA-BD91-2507519DE8BF}" type="slidenum">
              <a:rPr lang="es-ES" sz="1200" b="0" strike="noStrike" spc="-1">
                <a:solidFill>
                  <a:srgbClr val="000000"/>
                </a:solidFill>
                <a:latin typeface="Arial"/>
                <a:ea typeface="+mn-ea"/>
              </a:rPr>
              <a:t>128</a:t>
            </a:fld>
            <a:endParaRPr lang="es-ES" sz="1200" b="0" strike="noStrike" spc="-1">
              <a:latin typeface="Arial"/>
            </a:endParaRPr>
          </a:p>
        </p:txBody>
      </p:sp>
      <p:sp>
        <p:nvSpPr>
          <p:cNvPr id="1135" name="PlaceHolder 2"/>
          <p:cNvSpPr>
            <a:spLocks noGrp="1" noRot="1" noChangeAspect="1"/>
          </p:cNvSpPr>
          <p:nvPr>
            <p:ph type="sldImg"/>
          </p:nvPr>
        </p:nvSpPr>
        <p:spPr>
          <a:xfrm>
            <a:off x="1143000" y="685800"/>
            <a:ext cx="4571640" cy="3428640"/>
          </a:xfrm>
          <a:prstGeom prst="rect">
            <a:avLst/>
          </a:prstGeom>
        </p:spPr>
      </p:sp>
      <p:sp>
        <p:nvSpPr>
          <p:cNvPr id="113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71210100"/>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902AF83-C732-404B-B509-A7B6C0AC96AD}" type="slidenum">
              <a:rPr lang="es-ES" sz="1200" b="0" strike="noStrike" spc="-1">
                <a:solidFill>
                  <a:srgbClr val="000000"/>
                </a:solidFill>
                <a:latin typeface="Arial"/>
                <a:ea typeface="+mn-ea"/>
              </a:rPr>
              <a:t>129</a:t>
            </a:fld>
            <a:endParaRPr lang="es-ES" sz="1200" b="0" strike="noStrike" spc="-1">
              <a:latin typeface="Arial"/>
            </a:endParaRPr>
          </a:p>
        </p:txBody>
      </p:sp>
      <p:sp>
        <p:nvSpPr>
          <p:cNvPr id="1138" name="PlaceHolder 2"/>
          <p:cNvSpPr>
            <a:spLocks noGrp="1" noRot="1" noChangeAspect="1"/>
          </p:cNvSpPr>
          <p:nvPr>
            <p:ph type="sldImg"/>
          </p:nvPr>
        </p:nvSpPr>
        <p:spPr>
          <a:xfrm>
            <a:off x="1143000" y="685800"/>
            <a:ext cx="4571640" cy="3428640"/>
          </a:xfrm>
          <a:prstGeom prst="rect">
            <a:avLst/>
          </a:prstGeom>
        </p:spPr>
      </p:sp>
      <p:sp>
        <p:nvSpPr>
          <p:cNvPr id="113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8309244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DCB7E4A-EDB0-4876-A250-261C3A7EDF80}" type="slidenum">
              <a:rPr lang="es-ES" sz="1200" b="0" strike="noStrike" spc="-1">
                <a:solidFill>
                  <a:srgbClr val="000000"/>
                </a:solidFill>
                <a:latin typeface="Arial"/>
                <a:ea typeface="+mn-ea"/>
              </a:rPr>
              <a:t>130</a:t>
            </a:fld>
            <a:endParaRPr lang="es-ES" sz="1200" b="0" strike="noStrike" spc="-1">
              <a:latin typeface="Arial"/>
            </a:endParaRPr>
          </a:p>
        </p:txBody>
      </p:sp>
      <p:sp>
        <p:nvSpPr>
          <p:cNvPr id="1141" name="PlaceHolder 2"/>
          <p:cNvSpPr>
            <a:spLocks noGrp="1" noRot="1" noChangeAspect="1"/>
          </p:cNvSpPr>
          <p:nvPr>
            <p:ph type="sldImg"/>
          </p:nvPr>
        </p:nvSpPr>
        <p:spPr>
          <a:xfrm>
            <a:off x="1143000" y="685800"/>
            <a:ext cx="4571640" cy="3428640"/>
          </a:xfrm>
          <a:prstGeom prst="rect">
            <a:avLst/>
          </a:prstGeom>
        </p:spPr>
      </p:sp>
      <p:sp>
        <p:nvSpPr>
          <p:cNvPr id="114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59380630"/>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2CB4220F-2270-4750-9FBC-30421634B8AD}" type="slidenum">
              <a:rPr lang="es-ES" sz="1200" b="0" strike="noStrike" spc="-1">
                <a:solidFill>
                  <a:srgbClr val="000000"/>
                </a:solidFill>
                <a:latin typeface="Arial"/>
                <a:ea typeface="+mn-ea"/>
              </a:rPr>
              <a:t>131</a:t>
            </a:fld>
            <a:endParaRPr lang="es-ES" sz="1200" b="0" strike="noStrike" spc="-1">
              <a:latin typeface="Arial"/>
            </a:endParaRPr>
          </a:p>
        </p:txBody>
      </p:sp>
      <p:sp>
        <p:nvSpPr>
          <p:cNvPr id="1144" name="PlaceHolder 2"/>
          <p:cNvSpPr>
            <a:spLocks noGrp="1" noRot="1" noChangeAspect="1"/>
          </p:cNvSpPr>
          <p:nvPr>
            <p:ph type="sldImg"/>
          </p:nvPr>
        </p:nvSpPr>
        <p:spPr>
          <a:xfrm>
            <a:off x="1143000" y="685800"/>
            <a:ext cx="4571640" cy="3428640"/>
          </a:xfrm>
          <a:prstGeom prst="rect">
            <a:avLst/>
          </a:prstGeom>
        </p:spPr>
      </p:sp>
      <p:sp>
        <p:nvSpPr>
          <p:cNvPr id="114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205594343"/>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D07DB94-4D0B-46D3-8878-6094A796A9C7}" type="slidenum">
              <a:rPr lang="es-ES" sz="1200" b="0" strike="noStrike" spc="-1">
                <a:solidFill>
                  <a:srgbClr val="000000"/>
                </a:solidFill>
                <a:latin typeface="Arial"/>
                <a:ea typeface="+mn-ea"/>
              </a:rPr>
              <a:t>132</a:t>
            </a:fld>
            <a:endParaRPr lang="es-ES" sz="1200" b="0" strike="noStrike" spc="-1">
              <a:latin typeface="Arial"/>
            </a:endParaRPr>
          </a:p>
        </p:txBody>
      </p:sp>
      <p:sp>
        <p:nvSpPr>
          <p:cNvPr id="1147" name="PlaceHolder 2"/>
          <p:cNvSpPr>
            <a:spLocks noGrp="1" noRot="1" noChangeAspect="1"/>
          </p:cNvSpPr>
          <p:nvPr>
            <p:ph type="sldImg"/>
          </p:nvPr>
        </p:nvSpPr>
        <p:spPr>
          <a:xfrm>
            <a:off x="1143000" y="685800"/>
            <a:ext cx="4571640" cy="3428640"/>
          </a:xfrm>
          <a:prstGeom prst="rect">
            <a:avLst/>
          </a:prstGeom>
        </p:spPr>
      </p:sp>
      <p:sp>
        <p:nvSpPr>
          <p:cNvPr id="114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992394296"/>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D8B66D11-0C01-464C-9E87-25D00084A77D}" type="slidenum">
              <a:rPr lang="es-ES" sz="1200" b="0" strike="noStrike" spc="-1">
                <a:solidFill>
                  <a:srgbClr val="000000"/>
                </a:solidFill>
                <a:latin typeface="Arial"/>
                <a:ea typeface="+mn-ea"/>
              </a:rPr>
              <a:t>133</a:t>
            </a:fld>
            <a:endParaRPr lang="es-ES" sz="1200" b="0" strike="noStrike" spc="-1">
              <a:latin typeface="Arial"/>
            </a:endParaRPr>
          </a:p>
        </p:txBody>
      </p:sp>
      <p:sp>
        <p:nvSpPr>
          <p:cNvPr id="1150" name="PlaceHolder 2"/>
          <p:cNvSpPr>
            <a:spLocks noGrp="1" noRot="1" noChangeAspect="1"/>
          </p:cNvSpPr>
          <p:nvPr>
            <p:ph type="sldImg"/>
          </p:nvPr>
        </p:nvSpPr>
        <p:spPr>
          <a:xfrm>
            <a:off x="1143000" y="685800"/>
            <a:ext cx="4571640" cy="3428640"/>
          </a:xfrm>
          <a:prstGeom prst="rect">
            <a:avLst/>
          </a:prstGeom>
        </p:spPr>
      </p:sp>
      <p:sp>
        <p:nvSpPr>
          <p:cNvPr id="115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73080291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3DA29941-BCAD-4FDE-B556-173D3DF177AD}" type="slidenum">
              <a:rPr lang="es-ES" sz="1200" b="0" strike="noStrike" spc="-1">
                <a:solidFill>
                  <a:srgbClr val="000000"/>
                </a:solidFill>
                <a:latin typeface="Arial"/>
                <a:ea typeface="+mn-ea"/>
              </a:rPr>
              <a:t>134</a:t>
            </a:fld>
            <a:endParaRPr lang="es-ES" sz="1200" b="0" strike="noStrike" spc="-1">
              <a:latin typeface="Arial"/>
            </a:endParaRPr>
          </a:p>
        </p:txBody>
      </p:sp>
      <p:sp>
        <p:nvSpPr>
          <p:cNvPr id="1153" name="PlaceHolder 2"/>
          <p:cNvSpPr>
            <a:spLocks noGrp="1" noRot="1" noChangeAspect="1"/>
          </p:cNvSpPr>
          <p:nvPr>
            <p:ph type="sldImg"/>
          </p:nvPr>
        </p:nvSpPr>
        <p:spPr>
          <a:xfrm>
            <a:off x="1143000" y="685800"/>
            <a:ext cx="4571640" cy="3428640"/>
          </a:xfrm>
          <a:prstGeom prst="rect">
            <a:avLst/>
          </a:prstGeom>
        </p:spPr>
      </p:sp>
      <p:sp>
        <p:nvSpPr>
          <p:cNvPr id="115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541456990"/>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579780F-57FD-4EE7-8B85-7CE6EC2615AB}" type="slidenum">
              <a:rPr lang="es-ES" sz="1200" b="0" strike="noStrike" spc="-1">
                <a:solidFill>
                  <a:srgbClr val="000000"/>
                </a:solidFill>
                <a:latin typeface="Arial"/>
                <a:ea typeface="+mn-ea"/>
              </a:rPr>
              <a:t>135</a:t>
            </a:fld>
            <a:endParaRPr lang="es-ES" sz="1200" b="0" strike="noStrike" spc="-1">
              <a:latin typeface="Arial"/>
            </a:endParaRPr>
          </a:p>
        </p:txBody>
      </p:sp>
      <p:sp>
        <p:nvSpPr>
          <p:cNvPr id="1156" name="PlaceHolder 2"/>
          <p:cNvSpPr>
            <a:spLocks noGrp="1" noRot="1" noChangeAspect="1"/>
          </p:cNvSpPr>
          <p:nvPr>
            <p:ph type="sldImg"/>
          </p:nvPr>
        </p:nvSpPr>
        <p:spPr>
          <a:xfrm>
            <a:off x="1143000" y="685800"/>
            <a:ext cx="4571640" cy="3428640"/>
          </a:xfrm>
          <a:prstGeom prst="rect">
            <a:avLst/>
          </a:prstGeom>
        </p:spPr>
      </p:sp>
      <p:sp>
        <p:nvSpPr>
          <p:cNvPr id="115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232377068"/>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4ED6607B-48DE-4881-9A73-23B857F7C609}" type="slidenum">
              <a:rPr lang="es-ES" sz="1200" b="0" strike="noStrike" spc="-1">
                <a:solidFill>
                  <a:srgbClr val="000000"/>
                </a:solidFill>
                <a:latin typeface="Arial"/>
                <a:ea typeface="+mn-ea"/>
              </a:rPr>
              <a:t>136</a:t>
            </a:fld>
            <a:endParaRPr lang="es-ES" sz="1200" b="0" strike="noStrike" spc="-1">
              <a:latin typeface="Arial"/>
            </a:endParaRPr>
          </a:p>
        </p:txBody>
      </p:sp>
      <p:sp>
        <p:nvSpPr>
          <p:cNvPr id="1159" name="PlaceHolder 2"/>
          <p:cNvSpPr>
            <a:spLocks noGrp="1" noRot="1" noChangeAspect="1"/>
          </p:cNvSpPr>
          <p:nvPr>
            <p:ph type="sldImg"/>
          </p:nvPr>
        </p:nvSpPr>
        <p:spPr>
          <a:xfrm>
            <a:off x="1143000" y="685800"/>
            <a:ext cx="4571640" cy="3428640"/>
          </a:xfrm>
          <a:prstGeom prst="rect">
            <a:avLst/>
          </a:prstGeom>
        </p:spPr>
      </p:sp>
      <p:sp>
        <p:nvSpPr>
          <p:cNvPr id="116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27486769"/>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3FFA895-D599-4861-9DD2-44B111227797}" type="slidenum">
              <a:rPr lang="es-ES" sz="1200" b="0" strike="noStrike" spc="-1">
                <a:solidFill>
                  <a:srgbClr val="000000"/>
                </a:solidFill>
                <a:latin typeface="Arial"/>
                <a:ea typeface="+mn-ea"/>
              </a:rPr>
              <a:t>137</a:t>
            </a:fld>
            <a:endParaRPr lang="es-ES" sz="1200" b="0" strike="noStrike" spc="-1">
              <a:latin typeface="Arial"/>
            </a:endParaRPr>
          </a:p>
        </p:txBody>
      </p:sp>
      <p:sp>
        <p:nvSpPr>
          <p:cNvPr id="1162" name="PlaceHolder 2"/>
          <p:cNvSpPr>
            <a:spLocks noGrp="1" noRot="1" noChangeAspect="1"/>
          </p:cNvSpPr>
          <p:nvPr>
            <p:ph type="sldImg"/>
          </p:nvPr>
        </p:nvSpPr>
        <p:spPr>
          <a:xfrm>
            <a:off x="1143000" y="685800"/>
            <a:ext cx="4571640" cy="3428640"/>
          </a:xfrm>
          <a:prstGeom prst="rect">
            <a:avLst/>
          </a:prstGeom>
        </p:spPr>
      </p:sp>
      <p:sp>
        <p:nvSpPr>
          <p:cNvPr id="116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16675906"/>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A4B710A-3E37-4081-BFE1-418A586DF961}" type="slidenum">
              <a:rPr lang="es-ES" sz="1200" b="0" strike="noStrike" spc="-1">
                <a:solidFill>
                  <a:srgbClr val="000000"/>
                </a:solidFill>
                <a:latin typeface="Arial"/>
                <a:ea typeface="+mn-ea"/>
              </a:rPr>
              <a:t>138</a:t>
            </a:fld>
            <a:endParaRPr lang="es-ES" sz="1200" b="0" strike="noStrike" spc="-1">
              <a:latin typeface="Arial"/>
            </a:endParaRPr>
          </a:p>
        </p:txBody>
      </p:sp>
      <p:sp>
        <p:nvSpPr>
          <p:cNvPr id="1165" name="PlaceHolder 2"/>
          <p:cNvSpPr>
            <a:spLocks noGrp="1" noRot="1" noChangeAspect="1"/>
          </p:cNvSpPr>
          <p:nvPr>
            <p:ph type="sldImg"/>
          </p:nvPr>
        </p:nvSpPr>
        <p:spPr>
          <a:xfrm>
            <a:off x="1143000" y="685800"/>
            <a:ext cx="4571640" cy="3428640"/>
          </a:xfrm>
          <a:prstGeom prst="rect">
            <a:avLst/>
          </a:prstGeom>
        </p:spPr>
      </p:sp>
      <p:sp>
        <p:nvSpPr>
          <p:cNvPr id="116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36526157"/>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94BDDE0F-8B4F-4FD3-B2D9-180005B1D98F}" type="slidenum">
              <a:rPr lang="es-ES" sz="1200" b="0" strike="noStrike" spc="-1">
                <a:solidFill>
                  <a:srgbClr val="000000"/>
                </a:solidFill>
                <a:latin typeface="Arial"/>
                <a:ea typeface="+mn-ea"/>
              </a:rPr>
              <a:t>139</a:t>
            </a:fld>
            <a:endParaRPr lang="es-ES" sz="1200" b="0" strike="noStrike" spc="-1">
              <a:latin typeface="Arial"/>
            </a:endParaRPr>
          </a:p>
        </p:txBody>
      </p:sp>
      <p:sp>
        <p:nvSpPr>
          <p:cNvPr id="1168" name="PlaceHolder 2"/>
          <p:cNvSpPr>
            <a:spLocks noGrp="1" noRot="1" noChangeAspect="1"/>
          </p:cNvSpPr>
          <p:nvPr>
            <p:ph type="sldImg"/>
          </p:nvPr>
        </p:nvSpPr>
        <p:spPr>
          <a:xfrm>
            <a:off x="1143000" y="685800"/>
            <a:ext cx="4571640" cy="3428640"/>
          </a:xfrm>
          <a:prstGeom prst="rect">
            <a:avLst/>
          </a:prstGeom>
        </p:spPr>
      </p:sp>
      <p:sp>
        <p:nvSpPr>
          <p:cNvPr id="116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46439188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597ACCEB-D7C5-40FE-AAC9-96DD6ABA7467}" type="slidenum">
              <a:rPr lang="es-ES" sz="1200" b="0" strike="noStrike" spc="-1">
                <a:solidFill>
                  <a:srgbClr val="000000"/>
                </a:solidFill>
                <a:latin typeface="Arial"/>
                <a:ea typeface="+mn-ea"/>
              </a:rPr>
              <a:t>140</a:t>
            </a:fld>
            <a:endParaRPr lang="es-ES" sz="1200" b="0" strike="noStrike" spc="-1">
              <a:latin typeface="Arial"/>
            </a:endParaRPr>
          </a:p>
        </p:txBody>
      </p:sp>
      <p:sp>
        <p:nvSpPr>
          <p:cNvPr id="1171" name="PlaceHolder 2"/>
          <p:cNvSpPr>
            <a:spLocks noGrp="1" noRot="1" noChangeAspect="1"/>
          </p:cNvSpPr>
          <p:nvPr>
            <p:ph type="sldImg"/>
          </p:nvPr>
        </p:nvSpPr>
        <p:spPr>
          <a:xfrm>
            <a:off x="1143000" y="685800"/>
            <a:ext cx="4571640" cy="3428640"/>
          </a:xfrm>
          <a:prstGeom prst="rect">
            <a:avLst/>
          </a:prstGeom>
        </p:spPr>
      </p:sp>
      <p:sp>
        <p:nvSpPr>
          <p:cNvPr id="117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217032497"/>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97F7846D-3A0B-46D1-9D68-FBF7D86CDF37}" type="slidenum">
              <a:rPr lang="es-ES" sz="1200" b="0" strike="noStrike" spc="-1">
                <a:solidFill>
                  <a:srgbClr val="000000"/>
                </a:solidFill>
                <a:latin typeface="Arial"/>
                <a:ea typeface="+mn-ea"/>
              </a:rPr>
              <a:t>141</a:t>
            </a:fld>
            <a:endParaRPr lang="es-ES" sz="1200" b="0" strike="noStrike" spc="-1">
              <a:latin typeface="Arial"/>
            </a:endParaRPr>
          </a:p>
        </p:txBody>
      </p:sp>
      <p:sp>
        <p:nvSpPr>
          <p:cNvPr id="1174" name="PlaceHolder 2"/>
          <p:cNvSpPr>
            <a:spLocks noGrp="1" noRot="1" noChangeAspect="1"/>
          </p:cNvSpPr>
          <p:nvPr>
            <p:ph type="sldImg"/>
          </p:nvPr>
        </p:nvSpPr>
        <p:spPr>
          <a:xfrm>
            <a:off x="1143000" y="685800"/>
            <a:ext cx="4571640" cy="3428640"/>
          </a:xfrm>
          <a:prstGeom prst="rect">
            <a:avLst/>
          </a:prstGeom>
        </p:spPr>
      </p:sp>
      <p:sp>
        <p:nvSpPr>
          <p:cNvPr id="1175"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675576866"/>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6"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F74EE504-A82F-4DF2-B438-40EF0A81ECA1}" type="slidenum">
              <a:rPr lang="es-ES" sz="1200" b="0" strike="noStrike" spc="-1">
                <a:solidFill>
                  <a:srgbClr val="000000"/>
                </a:solidFill>
                <a:latin typeface="Arial"/>
                <a:ea typeface="+mn-ea"/>
              </a:rPr>
              <a:t>142</a:t>
            </a:fld>
            <a:endParaRPr lang="es-ES" sz="1200" b="0" strike="noStrike" spc="-1">
              <a:latin typeface="Arial"/>
            </a:endParaRPr>
          </a:p>
        </p:txBody>
      </p:sp>
      <p:sp>
        <p:nvSpPr>
          <p:cNvPr id="1177" name="PlaceHolder 2"/>
          <p:cNvSpPr>
            <a:spLocks noGrp="1" noRot="1" noChangeAspect="1"/>
          </p:cNvSpPr>
          <p:nvPr>
            <p:ph type="sldImg"/>
          </p:nvPr>
        </p:nvSpPr>
        <p:spPr>
          <a:xfrm>
            <a:off x="1143000" y="685800"/>
            <a:ext cx="4571640" cy="3428640"/>
          </a:xfrm>
          <a:prstGeom prst="rect">
            <a:avLst/>
          </a:prstGeom>
        </p:spPr>
      </p:sp>
      <p:sp>
        <p:nvSpPr>
          <p:cNvPr id="1178"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1429055748"/>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9"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E9E853E2-2B6C-4EA4-8014-E46CECBB6DE7}" type="slidenum">
              <a:rPr lang="es-ES" sz="1200" b="0" strike="noStrike" spc="-1">
                <a:solidFill>
                  <a:srgbClr val="000000"/>
                </a:solidFill>
                <a:latin typeface="Arial"/>
                <a:ea typeface="+mn-ea"/>
              </a:rPr>
              <a:t>143</a:t>
            </a:fld>
            <a:endParaRPr lang="es-ES" sz="1200" b="0" strike="noStrike" spc="-1">
              <a:latin typeface="Arial"/>
            </a:endParaRPr>
          </a:p>
        </p:txBody>
      </p:sp>
      <p:sp>
        <p:nvSpPr>
          <p:cNvPr id="1180" name="PlaceHolder 2"/>
          <p:cNvSpPr>
            <a:spLocks noGrp="1" noRot="1" noChangeAspect="1"/>
          </p:cNvSpPr>
          <p:nvPr>
            <p:ph type="sldImg"/>
          </p:nvPr>
        </p:nvSpPr>
        <p:spPr>
          <a:xfrm>
            <a:off x="1143000" y="685800"/>
            <a:ext cx="4571640" cy="3428640"/>
          </a:xfrm>
          <a:prstGeom prst="rect">
            <a:avLst/>
          </a:prstGeom>
        </p:spPr>
      </p:sp>
      <p:sp>
        <p:nvSpPr>
          <p:cNvPr id="1181"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722142143"/>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2"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7C082E81-8886-441F-8FE2-2FE9E0240522}" type="slidenum">
              <a:rPr lang="es-ES" sz="1200" b="0" strike="noStrike" spc="-1">
                <a:solidFill>
                  <a:srgbClr val="000000"/>
                </a:solidFill>
                <a:latin typeface="Arial"/>
                <a:ea typeface="+mn-ea"/>
              </a:rPr>
              <a:t>144</a:t>
            </a:fld>
            <a:endParaRPr lang="es-ES" sz="1200" b="0" strike="noStrike" spc="-1">
              <a:latin typeface="Arial"/>
            </a:endParaRPr>
          </a:p>
        </p:txBody>
      </p:sp>
      <p:sp>
        <p:nvSpPr>
          <p:cNvPr id="1183" name="PlaceHolder 2"/>
          <p:cNvSpPr>
            <a:spLocks noGrp="1" noRot="1" noChangeAspect="1"/>
          </p:cNvSpPr>
          <p:nvPr>
            <p:ph type="sldImg"/>
          </p:nvPr>
        </p:nvSpPr>
        <p:spPr>
          <a:xfrm>
            <a:off x="1143000" y="685800"/>
            <a:ext cx="4571640" cy="3428640"/>
          </a:xfrm>
          <a:prstGeom prst="rect">
            <a:avLst/>
          </a:prstGeom>
        </p:spPr>
      </p:sp>
      <p:sp>
        <p:nvSpPr>
          <p:cNvPr id="1184"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98505792"/>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5"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C8BEDD4-6775-41A3-B3D4-773349BBD349}" type="slidenum">
              <a:rPr lang="es-ES" sz="1200" b="0" strike="noStrike" spc="-1">
                <a:solidFill>
                  <a:srgbClr val="000000"/>
                </a:solidFill>
                <a:latin typeface="Arial"/>
                <a:ea typeface="+mn-ea"/>
              </a:rPr>
              <a:t>145</a:t>
            </a:fld>
            <a:endParaRPr lang="es-ES" sz="1200" b="0" strike="noStrike" spc="-1">
              <a:latin typeface="Arial"/>
            </a:endParaRPr>
          </a:p>
        </p:txBody>
      </p:sp>
      <p:sp>
        <p:nvSpPr>
          <p:cNvPr id="1186" name="PlaceHolder 2"/>
          <p:cNvSpPr>
            <a:spLocks noGrp="1" noRot="1" noChangeAspect="1"/>
          </p:cNvSpPr>
          <p:nvPr>
            <p:ph type="sldImg"/>
          </p:nvPr>
        </p:nvSpPr>
        <p:spPr>
          <a:xfrm>
            <a:off x="1143000" y="685800"/>
            <a:ext cx="4571640" cy="3428640"/>
          </a:xfrm>
          <a:prstGeom prst="rect">
            <a:avLst/>
          </a:prstGeom>
        </p:spPr>
      </p:sp>
      <p:sp>
        <p:nvSpPr>
          <p:cNvPr id="1187"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885294225"/>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8"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C4264ED9-44FC-42ED-989A-846762CAD5B6}" type="slidenum">
              <a:rPr lang="es-ES" sz="1200" b="0" strike="noStrike" spc="-1">
                <a:solidFill>
                  <a:srgbClr val="000000"/>
                </a:solidFill>
                <a:latin typeface="Arial"/>
                <a:ea typeface="+mn-ea"/>
              </a:rPr>
              <a:t>146</a:t>
            </a:fld>
            <a:endParaRPr lang="es-ES" sz="1200" b="0" strike="noStrike" spc="-1">
              <a:latin typeface="Arial"/>
            </a:endParaRPr>
          </a:p>
        </p:txBody>
      </p:sp>
      <p:sp>
        <p:nvSpPr>
          <p:cNvPr id="1189" name="PlaceHolder 2"/>
          <p:cNvSpPr>
            <a:spLocks noGrp="1" noRot="1" noChangeAspect="1"/>
          </p:cNvSpPr>
          <p:nvPr>
            <p:ph type="sldImg"/>
          </p:nvPr>
        </p:nvSpPr>
        <p:spPr>
          <a:xfrm>
            <a:off x="1143000" y="685800"/>
            <a:ext cx="4571640" cy="3428640"/>
          </a:xfrm>
          <a:prstGeom prst="rect">
            <a:avLst/>
          </a:prstGeom>
        </p:spPr>
      </p:sp>
      <p:sp>
        <p:nvSpPr>
          <p:cNvPr id="1190"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6355670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670CAFD8-EDF5-48B3-B01A-0508F528981D}" type="slidenum">
              <a:rPr lang="es-ES" sz="1200" b="0" strike="noStrike" spc="-1">
                <a:solidFill>
                  <a:srgbClr val="000000"/>
                </a:solidFill>
                <a:latin typeface="Arial"/>
                <a:ea typeface="+mn-ea"/>
              </a:rPr>
              <a:t>147</a:t>
            </a:fld>
            <a:endParaRPr lang="es-ES" sz="1200" b="0" strike="noStrike" spc="-1">
              <a:latin typeface="Arial"/>
            </a:endParaRPr>
          </a:p>
        </p:txBody>
      </p:sp>
      <p:sp>
        <p:nvSpPr>
          <p:cNvPr id="1192" name="PlaceHolder 2"/>
          <p:cNvSpPr>
            <a:spLocks noGrp="1" noRot="1" noChangeAspect="1"/>
          </p:cNvSpPr>
          <p:nvPr>
            <p:ph type="sldImg"/>
          </p:nvPr>
        </p:nvSpPr>
        <p:spPr>
          <a:xfrm>
            <a:off x="1143000" y="685800"/>
            <a:ext cx="4571640" cy="3428640"/>
          </a:xfrm>
          <a:prstGeom prst="rect">
            <a:avLst/>
          </a:prstGeom>
        </p:spPr>
      </p:sp>
      <p:sp>
        <p:nvSpPr>
          <p:cNvPr id="1193"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4058379350"/>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4"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D0DA1DC2-5A50-4AFA-9631-7D223E9E8685}" type="slidenum">
              <a:rPr lang="es-ES" sz="1200" b="0" strike="noStrike" spc="-1">
                <a:solidFill>
                  <a:srgbClr val="000000"/>
                </a:solidFill>
                <a:latin typeface="Arial"/>
                <a:ea typeface="+mn-ea"/>
              </a:rPr>
              <a:t>148</a:t>
            </a:fld>
            <a:endParaRPr lang="es-ES" sz="1200" b="0" strike="noStrike" spc="-1">
              <a:latin typeface="Arial"/>
            </a:endParaRPr>
          </a:p>
        </p:txBody>
      </p:sp>
      <p:sp>
        <p:nvSpPr>
          <p:cNvPr id="1195" name="PlaceHolder 2"/>
          <p:cNvSpPr>
            <a:spLocks noGrp="1" noRot="1" noChangeAspect="1"/>
          </p:cNvSpPr>
          <p:nvPr>
            <p:ph type="sldImg"/>
          </p:nvPr>
        </p:nvSpPr>
        <p:spPr>
          <a:xfrm>
            <a:off x="1143000" y="685800"/>
            <a:ext cx="4571640" cy="3428640"/>
          </a:xfrm>
          <a:prstGeom prst="rect">
            <a:avLst/>
          </a:prstGeom>
        </p:spPr>
      </p:sp>
      <p:sp>
        <p:nvSpPr>
          <p:cNvPr id="1196"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218476262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7"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DED43B6C-E8D5-4B6C-A22B-8E774AF7D913}" type="slidenum">
              <a:rPr lang="es-ES" sz="1200" b="0" strike="noStrike" spc="-1">
                <a:solidFill>
                  <a:srgbClr val="000000"/>
                </a:solidFill>
                <a:latin typeface="Arial"/>
                <a:ea typeface="+mn-ea"/>
              </a:rPr>
              <a:t>149</a:t>
            </a:fld>
            <a:endParaRPr lang="es-ES" sz="1200" b="0" strike="noStrike" spc="-1">
              <a:latin typeface="Arial"/>
            </a:endParaRPr>
          </a:p>
        </p:txBody>
      </p:sp>
      <p:sp>
        <p:nvSpPr>
          <p:cNvPr id="1198" name="PlaceHolder 2"/>
          <p:cNvSpPr>
            <a:spLocks noGrp="1" noRot="1" noChangeAspect="1"/>
          </p:cNvSpPr>
          <p:nvPr>
            <p:ph type="sldImg"/>
          </p:nvPr>
        </p:nvSpPr>
        <p:spPr>
          <a:xfrm>
            <a:off x="1143000" y="685800"/>
            <a:ext cx="4572000" cy="3429000"/>
          </a:xfrm>
          <a:prstGeom prst="rect">
            <a:avLst/>
          </a:prstGeom>
        </p:spPr>
      </p:sp>
      <p:sp>
        <p:nvSpPr>
          <p:cNvPr id="1199"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973827242"/>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 name="CustomShape 1"/>
          <p:cNvSpPr/>
          <p:nvPr/>
        </p:nvSpPr>
        <p:spPr>
          <a:xfrm>
            <a:off x="3884760" y="8685360"/>
            <a:ext cx="2970720" cy="456120"/>
          </a:xfrm>
          <a:prstGeom prst="rect">
            <a:avLst/>
          </a:prstGeom>
          <a:noFill/>
          <a:ln w="9360">
            <a:noFill/>
          </a:ln>
        </p:spPr>
        <p:style>
          <a:lnRef idx="0">
            <a:scrgbClr r="0" g="0" b="0"/>
          </a:lnRef>
          <a:fillRef idx="0">
            <a:scrgbClr r="0" g="0" b="0"/>
          </a:fillRef>
          <a:effectRef idx="0">
            <a:scrgbClr r="0" g="0" b="0"/>
          </a:effectRef>
          <a:fontRef idx="minor"/>
        </p:style>
        <p:txBody>
          <a:bodyPr lIns="90000" tIns="45000" rIns="90000" bIns="45000" anchor="b"/>
          <a:lstStyle/>
          <a:p>
            <a:pPr>
              <a:lnSpc>
                <a:spcPct val="100000"/>
              </a:lnSpc>
            </a:pPr>
            <a:fld id="{B6B0F1DD-A744-48DF-8942-904F8EB54AE4}" type="slidenum">
              <a:rPr lang="es-ES" sz="1200" b="0" strike="noStrike" spc="-1">
                <a:solidFill>
                  <a:srgbClr val="000000"/>
                </a:solidFill>
                <a:latin typeface="Arial"/>
                <a:ea typeface="+mn-ea"/>
              </a:rPr>
              <a:t>150</a:t>
            </a:fld>
            <a:endParaRPr lang="es-ES" sz="1200" b="0" strike="noStrike" spc="-1">
              <a:latin typeface="Arial"/>
            </a:endParaRPr>
          </a:p>
        </p:txBody>
      </p:sp>
      <p:sp>
        <p:nvSpPr>
          <p:cNvPr id="1201" name="PlaceHolder 2"/>
          <p:cNvSpPr>
            <a:spLocks noGrp="1" noRot="1" noChangeAspect="1"/>
          </p:cNvSpPr>
          <p:nvPr>
            <p:ph type="sldImg"/>
          </p:nvPr>
        </p:nvSpPr>
        <p:spPr>
          <a:xfrm>
            <a:off x="1143000" y="685800"/>
            <a:ext cx="4572000" cy="3429000"/>
          </a:xfrm>
          <a:prstGeom prst="rect">
            <a:avLst/>
          </a:prstGeom>
        </p:spPr>
      </p:sp>
      <p:sp>
        <p:nvSpPr>
          <p:cNvPr id="1202" name="PlaceHolder 3"/>
          <p:cNvSpPr>
            <a:spLocks noGrp="1"/>
          </p:cNvSpPr>
          <p:nvPr>
            <p:ph type="body"/>
          </p:nvPr>
        </p:nvSpPr>
        <p:spPr>
          <a:xfrm>
            <a:off x="685800" y="4343400"/>
            <a:ext cx="5485320" cy="4113720"/>
          </a:xfrm>
          <a:prstGeom prst="rect">
            <a:avLst/>
          </a:prstGeom>
        </p:spPr>
        <p:txBody>
          <a:bodyPr lIns="0" tIns="0" rIns="0" bIns="0"/>
          <a:lstStyle/>
          <a:p>
            <a:endParaRPr lang="es-ES" sz="2000" b="0" strike="noStrike" spc="-1">
              <a:latin typeface="Arial"/>
            </a:endParaRPr>
          </a:p>
        </p:txBody>
      </p:sp>
    </p:spTree>
    <p:extLst>
      <p:ext uri="{BB962C8B-B14F-4D97-AF65-F5344CB8AC3E}">
        <p14:creationId xmlns:p14="http://schemas.microsoft.com/office/powerpoint/2010/main" val="312095722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7"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s-ES" sz="3200" b="0" strike="noStrike" spc="-1">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9"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11"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12"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s-ES"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16"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17"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18"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2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22"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2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2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26"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28"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29"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3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3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33"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34"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36"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37"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38"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39"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40"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41"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49"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es-ES" sz="3200" b="0" strike="noStrike" spc="-1">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51"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53"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54"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es-ES" sz="3200" b="0" strike="noStrike" spc="-1">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5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59"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60"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62"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63"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64"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66"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67"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68"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70"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71"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7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7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75"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76"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273600"/>
            <a:ext cx="8229240" cy="1144800"/>
          </a:xfrm>
          <a:prstGeom prst="rect">
            <a:avLst/>
          </a:prstGeom>
        </p:spPr>
        <p:txBody>
          <a:bodyPr lIns="0" tIns="0" rIns="0" bIns="0" anchor="ctr"/>
          <a:lstStyle/>
          <a:p>
            <a:endParaRPr lang="es-ES" sz="1800" b="0" strike="noStrike" spc="-1">
              <a:solidFill>
                <a:srgbClr val="000000"/>
              </a:solidFill>
              <a:latin typeface="Arial"/>
            </a:endParaRPr>
          </a:p>
        </p:txBody>
      </p:sp>
      <p:sp>
        <p:nvSpPr>
          <p:cNvPr id="78"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79"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80"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81"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82"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
        <p:nvSpPr>
          <p:cNvPr id="83"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s-ES" sz="1800" b="0" strike="noStrike" spc="-1">
              <a:solidFill>
                <a:srgbClr val="000000"/>
              </a:solid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8"/>
          <p:cNvPicPr/>
          <p:nvPr/>
        </p:nvPicPr>
        <p:blipFill>
          <a:blip r:embed="rId14"/>
          <a:stretch/>
        </p:blipFill>
        <p:spPr>
          <a:xfrm>
            <a:off x="360" y="0"/>
            <a:ext cx="9143280" cy="6857280"/>
          </a:xfrm>
          <a:prstGeom prst="rect">
            <a:avLst/>
          </a:prstGeom>
          <a:ln>
            <a:noFill/>
          </a:ln>
        </p:spPr>
      </p:pic>
      <p:sp>
        <p:nvSpPr>
          <p:cNvPr id="7" name="CustomShape 1"/>
          <p:cNvSpPr/>
          <p:nvPr/>
        </p:nvSpPr>
        <p:spPr>
          <a:xfrm>
            <a:off x="0" y="-27000"/>
            <a:ext cx="9142920" cy="1006920"/>
          </a:xfrm>
          <a:prstGeom prst="rect">
            <a:avLst/>
          </a:prstGeom>
          <a:gradFill rotWithShape="0">
            <a:gsLst>
              <a:gs pos="0">
                <a:srgbClr val="003C5A"/>
              </a:gs>
              <a:gs pos="100000">
                <a:srgbClr val="056996"/>
              </a:gs>
            </a:gsLst>
            <a:lin ang="5400000"/>
          </a:gradFill>
          <a:ln w="9360">
            <a:noFill/>
          </a:ln>
        </p:spPr>
        <p:style>
          <a:lnRef idx="0">
            <a:scrgbClr r="0" g="0" b="0"/>
          </a:lnRef>
          <a:fillRef idx="0">
            <a:scrgbClr r="0" g="0" b="0"/>
          </a:fillRef>
          <a:effectRef idx="0">
            <a:scrgbClr r="0" g="0" b="0"/>
          </a:effectRef>
          <a:fontRef idx="minor"/>
        </p:style>
      </p:sp>
      <p:sp>
        <p:nvSpPr>
          <p:cNvPr id="2" name="CustomShape 2"/>
          <p:cNvSpPr/>
          <p:nvPr/>
        </p:nvSpPr>
        <p:spPr>
          <a:xfrm>
            <a:off x="1403280" y="6597720"/>
            <a:ext cx="7560360" cy="181440"/>
          </a:xfrm>
          <a:prstGeom prst="rect">
            <a:avLst/>
          </a:prstGeom>
          <a:gradFill rotWithShape="0">
            <a:gsLst>
              <a:gs pos="0">
                <a:srgbClr val="056996"/>
              </a:gs>
              <a:gs pos="100000">
                <a:srgbClr val="003C55"/>
              </a:gs>
            </a:gsLst>
            <a:lin ang="5400000"/>
          </a:gradFill>
          <a:ln w="9360">
            <a:noFill/>
          </a:ln>
        </p:spPr>
        <p:style>
          <a:lnRef idx="0">
            <a:scrgbClr r="0" g="0" b="0"/>
          </a:lnRef>
          <a:fillRef idx="0">
            <a:scrgbClr r="0" g="0" b="0"/>
          </a:fillRef>
          <a:effectRef idx="0">
            <a:scrgbClr r="0" g="0" b="0"/>
          </a:effectRef>
          <a:fontRef idx="minor"/>
        </p:style>
      </p:sp>
      <p:pic>
        <p:nvPicPr>
          <p:cNvPr id="3" name="Picture 6"/>
          <p:cNvPicPr/>
          <p:nvPr/>
        </p:nvPicPr>
        <p:blipFill>
          <a:blip r:embed="rId14"/>
          <a:stretch/>
        </p:blipFill>
        <p:spPr>
          <a:xfrm>
            <a:off x="360" y="0"/>
            <a:ext cx="9143280" cy="6857280"/>
          </a:xfrm>
          <a:prstGeom prst="rect">
            <a:avLst/>
          </a:prstGeom>
          <a:ln>
            <a:noFill/>
          </a:ln>
        </p:spPr>
      </p:pic>
      <p:sp>
        <p:nvSpPr>
          <p:cNvPr id="4" name="PlaceHolder 3"/>
          <p:cNvSpPr>
            <a:spLocks noGrp="1"/>
          </p:cNvSpPr>
          <p:nvPr>
            <p:ph type="title"/>
          </p:nvPr>
        </p:nvSpPr>
        <p:spPr>
          <a:xfrm>
            <a:off x="457200" y="273600"/>
            <a:ext cx="8228880" cy="1144440"/>
          </a:xfrm>
          <a:prstGeom prst="rect">
            <a:avLst/>
          </a:prstGeom>
        </p:spPr>
        <p:txBody>
          <a:bodyPr lIns="0" tIns="0" rIns="0" bIns="0" anchor="ctr"/>
          <a:lstStyle/>
          <a:p>
            <a:r>
              <a:rPr lang="es-ES" sz="1800" b="0" strike="noStrike" spc="-1">
                <a:solidFill>
                  <a:srgbClr val="000000"/>
                </a:solidFill>
                <a:latin typeface="Arial"/>
              </a:rPr>
              <a:t>Pulse para editar el formato del texto de título</a:t>
            </a:r>
          </a:p>
        </p:txBody>
      </p:sp>
      <p:sp>
        <p:nvSpPr>
          <p:cNvPr id="5" name="PlaceHolder 4"/>
          <p:cNvSpPr>
            <a:spLocks noGrp="1"/>
          </p:cNvSpPr>
          <p:nvPr>
            <p:ph type="body"/>
          </p:nvPr>
        </p:nvSpPr>
        <p:spPr>
          <a:xfrm>
            <a:off x="457200" y="1604520"/>
            <a:ext cx="8228880" cy="397692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esquema del texto</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18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18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18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2" name="Picture 44"/>
          <p:cNvPicPr/>
          <p:nvPr/>
        </p:nvPicPr>
        <p:blipFill>
          <a:blip r:embed="rId14"/>
          <a:stretch/>
        </p:blipFill>
        <p:spPr>
          <a:xfrm>
            <a:off x="360" y="0"/>
            <a:ext cx="9143280" cy="6857280"/>
          </a:xfrm>
          <a:prstGeom prst="rect">
            <a:avLst/>
          </a:prstGeom>
          <a:ln>
            <a:noFill/>
          </a:ln>
        </p:spPr>
      </p:pic>
      <p:sp>
        <p:nvSpPr>
          <p:cNvPr id="43" name="CustomShape 1"/>
          <p:cNvSpPr/>
          <p:nvPr/>
        </p:nvSpPr>
        <p:spPr>
          <a:xfrm>
            <a:off x="0" y="-27000"/>
            <a:ext cx="9142920" cy="1006920"/>
          </a:xfrm>
          <a:prstGeom prst="rect">
            <a:avLst/>
          </a:prstGeom>
          <a:gradFill rotWithShape="0">
            <a:gsLst>
              <a:gs pos="0">
                <a:srgbClr val="003C5A"/>
              </a:gs>
              <a:gs pos="100000">
                <a:srgbClr val="056996"/>
              </a:gs>
            </a:gsLst>
            <a:lin ang="5400000"/>
          </a:gradFill>
          <a:ln w="9360">
            <a:noFill/>
          </a:ln>
        </p:spPr>
        <p:style>
          <a:lnRef idx="0">
            <a:scrgbClr r="0" g="0" b="0"/>
          </a:lnRef>
          <a:fillRef idx="0">
            <a:scrgbClr r="0" g="0" b="0"/>
          </a:fillRef>
          <a:effectRef idx="0">
            <a:scrgbClr r="0" g="0" b="0"/>
          </a:effectRef>
          <a:fontRef idx="minor"/>
        </p:style>
      </p:sp>
      <p:sp>
        <p:nvSpPr>
          <p:cNvPr id="44" name="CustomShape 2"/>
          <p:cNvSpPr/>
          <p:nvPr/>
        </p:nvSpPr>
        <p:spPr>
          <a:xfrm>
            <a:off x="1403280" y="6597720"/>
            <a:ext cx="7560360" cy="181440"/>
          </a:xfrm>
          <a:prstGeom prst="rect">
            <a:avLst/>
          </a:prstGeom>
          <a:gradFill rotWithShape="0">
            <a:gsLst>
              <a:gs pos="0">
                <a:srgbClr val="056996"/>
              </a:gs>
              <a:gs pos="100000">
                <a:srgbClr val="003C55"/>
              </a:gs>
            </a:gsLst>
            <a:lin ang="5400000"/>
          </a:gradFill>
          <a:ln w="9360">
            <a:noFill/>
          </a:ln>
        </p:spPr>
        <p:style>
          <a:lnRef idx="0">
            <a:scrgbClr r="0" g="0" b="0"/>
          </a:lnRef>
          <a:fillRef idx="0">
            <a:scrgbClr r="0" g="0" b="0"/>
          </a:fillRef>
          <a:effectRef idx="0">
            <a:scrgbClr r="0" g="0" b="0"/>
          </a:effectRef>
          <a:fontRef idx="minor"/>
        </p:style>
      </p:sp>
      <p:pic>
        <p:nvPicPr>
          <p:cNvPr id="45" name="Picture 52"/>
          <p:cNvPicPr/>
          <p:nvPr/>
        </p:nvPicPr>
        <p:blipFill>
          <a:blip r:embed="rId14"/>
          <a:stretch/>
        </p:blipFill>
        <p:spPr>
          <a:xfrm>
            <a:off x="360" y="0"/>
            <a:ext cx="9143280" cy="6857280"/>
          </a:xfrm>
          <a:prstGeom prst="rect">
            <a:avLst/>
          </a:prstGeom>
          <a:ln>
            <a:noFill/>
          </a:ln>
        </p:spPr>
      </p:pic>
      <p:sp>
        <p:nvSpPr>
          <p:cNvPr id="46" name="PlaceHolder 3"/>
          <p:cNvSpPr>
            <a:spLocks noGrp="1"/>
          </p:cNvSpPr>
          <p:nvPr>
            <p:ph type="title"/>
          </p:nvPr>
        </p:nvSpPr>
        <p:spPr>
          <a:xfrm>
            <a:off x="457200" y="273600"/>
            <a:ext cx="8229240" cy="1144800"/>
          </a:xfrm>
          <a:prstGeom prst="rect">
            <a:avLst/>
          </a:prstGeom>
        </p:spPr>
        <p:txBody>
          <a:bodyPr lIns="0" tIns="0" rIns="0" bIns="0" anchor="ctr"/>
          <a:lstStyle/>
          <a:p>
            <a:r>
              <a:rPr lang="es-ES" sz="1800" b="0" strike="noStrike" spc="-1">
                <a:solidFill>
                  <a:srgbClr val="000000"/>
                </a:solidFill>
                <a:latin typeface="Arial"/>
              </a:rPr>
              <a:t>Pulse para editar el formato del texto de título</a:t>
            </a:r>
          </a:p>
        </p:txBody>
      </p:sp>
      <p:sp>
        <p:nvSpPr>
          <p:cNvPr id="47" name="PlaceHolder 4"/>
          <p:cNvSpPr>
            <a:spLocks noGrp="1"/>
          </p:cNvSpPr>
          <p:nvPr>
            <p:ph type="body"/>
          </p:nvPr>
        </p:nvSpPr>
        <p:spPr>
          <a:xfrm>
            <a:off x="457200" y="1604520"/>
            <a:ext cx="822924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s-ES" sz="1800" b="0" strike="noStrike" spc="-1">
                <a:solidFill>
                  <a:srgbClr val="000000"/>
                </a:solidFill>
                <a:latin typeface="Arial"/>
              </a:rPr>
              <a:t>Pulse para editar el formato de esquema del texto</a:t>
            </a:r>
          </a:p>
          <a:p>
            <a:pPr marL="864000" lvl="1" indent="-324000">
              <a:spcBef>
                <a:spcPts val="1134"/>
              </a:spcBef>
              <a:buClr>
                <a:srgbClr val="000000"/>
              </a:buClr>
              <a:buSzPct val="75000"/>
              <a:buFont typeface="Symbol" charset="2"/>
              <a:buChar char=""/>
            </a:pPr>
            <a:r>
              <a:rPr lang="es-ES" sz="1800" b="0" strike="noStrike" spc="-1">
                <a:solidFill>
                  <a:srgbClr val="000000"/>
                </a:solidFill>
                <a:latin typeface="Arial"/>
              </a:rPr>
              <a:t>Segundo nivel del esquema</a:t>
            </a:r>
          </a:p>
          <a:p>
            <a:pPr marL="1296000" lvl="2" indent="-288000">
              <a:spcBef>
                <a:spcPts val="850"/>
              </a:spcBef>
              <a:buClr>
                <a:srgbClr val="000000"/>
              </a:buClr>
              <a:buSzPct val="45000"/>
              <a:buFont typeface="Wingdings" charset="2"/>
              <a:buChar char=""/>
            </a:pPr>
            <a:r>
              <a:rPr lang="es-ES" sz="1800" b="0" strike="noStrike" spc="-1">
                <a:solidFill>
                  <a:srgbClr val="000000"/>
                </a:solidFill>
                <a:latin typeface="Arial"/>
              </a:rPr>
              <a:t>Tercer nivel del esquema</a:t>
            </a:r>
          </a:p>
          <a:p>
            <a:pPr marL="1728000" lvl="3" indent="-216000">
              <a:spcBef>
                <a:spcPts val="567"/>
              </a:spcBef>
              <a:buClr>
                <a:srgbClr val="000000"/>
              </a:buClr>
              <a:buSzPct val="75000"/>
              <a:buFont typeface="Symbol" charset="2"/>
              <a:buChar char=""/>
            </a:pPr>
            <a:r>
              <a:rPr lang="es-ES" sz="1800" b="0" strike="noStrike" spc="-1">
                <a:solidFill>
                  <a:srgbClr val="000000"/>
                </a:solidFill>
                <a:latin typeface="Arial"/>
              </a:rPr>
              <a:t>Cuarto nivel del esquema</a:t>
            </a:r>
          </a:p>
          <a:p>
            <a:pPr marL="2160000" lvl="4" indent="-216000">
              <a:spcBef>
                <a:spcPts val="283"/>
              </a:spcBef>
              <a:buClr>
                <a:srgbClr val="000000"/>
              </a:buClr>
              <a:buSzPct val="45000"/>
              <a:buFont typeface="Wingdings" charset="2"/>
              <a:buChar char=""/>
            </a:pPr>
            <a:r>
              <a:rPr lang="es-ES" sz="2000" b="0" strike="noStrike" spc="-1">
                <a:solidFill>
                  <a:srgbClr val="000000"/>
                </a:solidFill>
                <a:latin typeface="Arial"/>
              </a:rPr>
              <a:t>Quinto nivel del esquema</a:t>
            </a:r>
          </a:p>
          <a:p>
            <a:pPr marL="2592000" lvl="5" indent="-216000">
              <a:spcBef>
                <a:spcPts val="283"/>
              </a:spcBef>
              <a:buClr>
                <a:srgbClr val="000000"/>
              </a:buClr>
              <a:buSzPct val="45000"/>
              <a:buFont typeface="Wingdings" charset="2"/>
              <a:buChar char=""/>
            </a:pPr>
            <a:r>
              <a:rPr lang="es-ES" sz="2000" b="0" strike="noStrike" spc="-1">
                <a:solidFill>
                  <a:srgbClr val="000000"/>
                </a:solidFill>
                <a:latin typeface="Arial"/>
              </a:rPr>
              <a:t>Sexto nivel del esquema</a:t>
            </a:r>
          </a:p>
          <a:p>
            <a:pPr marL="3024000" lvl="6" indent="-216000">
              <a:spcBef>
                <a:spcPts val="283"/>
              </a:spcBef>
              <a:buClr>
                <a:srgbClr val="000000"/>
              </a:buClr>
              <a:buSzPct val="45000"/>
              <a:buFont typeface="Wingdings" charset="2"/>
              <a:buChar char=""/>
            </a:pPr>
            <a:r>
              <a:rPr lang="es-ES" sz="2000" b="0" strike="noStrike" spc="-1">
                <a:solidFill>
                  <a:srgbClr val="000000"/>
                </a:solidFill>
                <a:latin typeface="Arial"/>
              </a:rPr>
              <a:t>Séptimo nivel del esquema</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15.wmf"/></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18.wmf"/><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20.wmf"/></Relationships>
</file>

<file path=ppt/slides/_rels/slide3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hyperlink" Target="https://httpd.apache.org/docs/current/es/mod/mod_authz_host.html" TargetMode="External"/><Relationship Id="rId2" Type="http://schemas.openxmlformats.org/officeDocument/2006/relationships/notesSlide" Target="../notesSlides/notesSlide46.xml"/><Relationship Id="rId1" Type="http://schemas.openxmlformats.org/officeDocument/2006/relationships/slideLayout" Target="../slideLayouts/slideLayout13.xml"/><Relationship Id="rId6" Type="http://schemas.openxmlformats.org/officeDocument/2006/relationships/image" Target="../media/image26.wmf"/><Relationship Id="rId5" Type="http://schemas.openxmlformats.org/officeDocument/2006/relationships/image" Target="../media/image25.wmf"/><Relationship Id="rId4" Type="http://schemas.openxmlformats.org/officeDocument/2006/relationships/image" Target="../media/image24.wmf"/></Relationships>
</file>

<file path=ppt/slides/_rels/slide47.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28.wmf"/></Relationships>
</file>

<file path=ppt/slides/_rels/slide48.x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35.wmf"/></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13.xml"/><Relationship Id="rId4" Type="http://schemas.openxmlformats.org/officeDocument/2006/relationships/image" Target="../media/image37.png"/></Relationships>
</file>

<file path=ppt/slides/_rels/slide7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7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2.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42.wmf"/><Relationship Id="rId2" Type="http://schemas.openxmlformats.org/officeDocument/2006/relationships/notesSlide" Target="../notesSlides/notesSlide7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0.xml"/><Relationship Id="rId1" Type="http://schemas.openxmlformats.org/officeDocument/2006/relationships/slideLayout" Target="../slideLayouts/slideLayout13.xml"/><Relationship Id="rId4" Type="http://schemas.openxmlformats.org/officeDocument/2006/relationships/image" Target="../media/image40.png"/></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82.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6.xml"/><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notesSlide" Target="../notesSlides/notesSlide87.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89.xml"/><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notesSlide" Target="../notesSlides/notesSlide90.xml"/><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93.xml"/><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94.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96.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notesSlide" Target="../notesSlides/notesSlide101.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6.xml"/><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108.xml"/><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55.wmf"/><Relationship Id="rId2" Type="http://schemas.openxmlformats.org/officeDocument/2006/relationships/notesSlide" Target="../notesSlides/notesSlide109.xml"/><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13.xml"/><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17.xml"/><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18.xml"/><Relationship Id="rId1" Type="http://schemas.openxmlformats.org/officeDocument/2006/relationships/slideLayout" Target="../slideLayouts/slideLayout13.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3.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3.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3.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3.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3.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3.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28.xml"/><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3.xml"/></Relationships>
</file>

<file path=ppt/slides/_rels/slide13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130.xml"/><Relationship Id="rId1" Type="http://schemas.openxmlformats.org/officeDocument/2006/relationships/slideLayout" Target="../slideLayouts/slideLayout13.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3.xml"/></Relationships>
</file>

<file path=ppt/slides/_rels/slide13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32.xml"/><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133.xml"/><Relationship Id="rId1" Type="http://schemas.openxmlformats.org/officeDocument/2006/relationships/slideLayout" Target="../slideLayouts/slideLayout13.xml"/><Relationship Id="rId4" Type="http://schemas.openxmlformats.org/officeDocument/2006/relationships/image" Target="../media/image63.png"/></Relationships>
</file>

<file path=ppt/slides/_rels/slide13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34.xml"/><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139.xml"/><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140.xml"/><Relationship Id="rId1" Type="http://schemas.openxmlformats.org/officeDocument/2006/relationships/slideLayout" Target="../slideLayouts/slideLayout13.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3.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3.xml"/></Relationships>
</file>

<file path=ppt/slides/_rels/slide143.xml.rels><?xml version="1.0" encoding="UTF-8" standalone="yes"?>
<Relationships xmlns="http://schemas.openxmlformats.org/package/2006/relationships"><Relationship Id="rId3" Type="http://schemas.openxmlformats.org/officeDocument/2006/relationships/image" Target="../media/image67.wmf"/><Relationship Id="rId2" Type="http://schemas.openxmlformats.org/officeDocument/2006/relationships/notesSlide" Target="../notesSlides/notesSlide143.xml"/><Relationship Id="rId1" Type="http://schemas.openxmlformats.org/officeDocument/2006/relationships/slideLayout" Target="../slideLayouts/slideLayout13.xml"/></Relationships>
</file>

<file path=ppt/slides/_rels/slide14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44.xml"/><Relationship Id="rId1" Type="http://schemas.openxmlformats.org/officeDocument/2006/relationships/slideLayout" Target="../slideLayouts/slideLayout13.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3.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3.xml"/></Relationships>
</file>

<file path=ppt/slides/_rels/slide14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47.xml"/><Relationship Id="rId1" Type="http://schemas.openxmlformats.org/officeDocument/2006/relationships/slideLayout" Target="../slideLayouts/slideLayout13.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3.xml"/></Relationships>
</file>

<file path=ppt/slides/_rels/slide149.x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notesSlide" Target="../notesSlides/notesSlide149.xml"/><Relationship Id="rId1" Type="http://schemas.openxmlformats.org/officeDocument/2006/relationships/slideLayout" Target="../slideLayouts/slideLayout13.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 name="CustomShape 1"/>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 CON ACCESO A BASES DE DATOS</a:t>
            </a:r>
            <a:endParaRPr lang="es-ES" sz="1200" b="0" strike="noStrike" spc="-1">
              <a:latin typeface="Arial"/>
            </a:endParaRPr>
          </a:p>
        </p:txBody>
      </p:sp>
      <p:sp>
        <p:nvSpPr>
          <p:cNvPr id="91" name="CustomShape 2"/>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0330B12-E5FC-495D-9614-C0890AEC056F}" type="slidenum">
              <a:rPr lang="es-ES" sz="1200" b="0" i="1" strike="noStrike" spc="-1">
                <a:solidFill>
                  <a:srgbClr val="91E614"/>
                </a:solidFill>
                <a:latin typeface="Century Gothic"/>
                <a:ea typeface="DejaVu Sans"/>
              </a:rPr>
              <a:t>1</a:t>
            </a:fld>
            <a:endParaRPr lang="es-ES" sz="1200" b="0" strike="noStrike" spc="-1">
              <a:latin typeface="Arial"/>
            </a:endParaRPr>
          </a:p>
        </p:txBody>
      </p:sp>
      <p:pic>
        <p:nvPicPr>
          <p:cNvPr id="92" name="Picture 20"/>
          <p:cNvPicPr/>
          <p:nvPr/>
        </p:nvPicPr>
        <p:blipFill>
          <a:blip r:embed="rId3"/>
          <a:stretch/>
        </p:blipFill>
        <p:spPr>
          <a:xfrm>
            <a:off x="0" y="0"/>
            <a:ext cx="9142920" cy="6856920"/>
          </a:xfrm>
          <a:prstGeom prst="rect">
            <a:avLst/>
          </a:prstGeom>
          <a:ln>
            <a:noFill/>
          </a:ln>
        </p:spPr>
      </p:pic>
      <p:sp>
        <p:nvSpPr>
          <p:cNvPr id="93" name="CustomShape 3"/>
          <p:cNvSpPr/>
          <p:nvPr/>
        </p:nvSpPr>
        <p:spPr>
          <a:xfrm>
            <a:off x="1258920" y="404640"/>
            <a:ext cx="7344360" cy="5478840"/>
          </a:xfrm>
          <a:prstGeom prst="rect">
            <a:avLst/>
          </a:prstGeom>
          <a:noFill/>
          <a:ln>
            <a:noFill/>
          </a:ln>
        </p:spPr>
        <p:style>
          <a:lnRef idx="0">
            <a:scrgbClr r="0" g="0" b="0"/>
          </a:lnRef>
          <a:fillRef idx="0">
            <a:scrgbClr r="0" g="0" b="0"/>
          </a:fillRef>
          <a:effectRef idx="0">
            <a:scrgbClr r="0" g="0" b="0"/>
          </a:effectRef>
          <a:fontRef idx="minor"/>
        </p:style>
        <p:txBody>
          <a:bodyPr lIns="180000" tIns="180000" rIns="180000" bIns="180000"/>
          <a:lstStyle/>
          <a:p>
            <a:pPr algn="ctr">
              <a:lnSpc>
                <a:spcPct val="100000"/>
              </a:lnSpc>
            </a:pPr>
            <a:r>
              <a:rPr lang="es-ES" sz="4800" b="1" strike="noStrike" spc="-1">
                <a:solidFill>
                  <a:srgbClr val="AE1517"/>
                </a:solidFill>
                <a:latin typeface="Verdana"/>
                <a:ea typeface="DejaVu Sans"/>
              </a:rPr>
              <a:t>ADMINISTRACIÓN DE APACHE</a:t>
            </a:r>
            <a:endParaRPr lang="es-ES" sz="4800" b="0" strike="noStrike" spc="-1">
              <a:latin typeface="Arial"/>
            </a:endParaRPr>
          </a:p>
          <a:p>
            <a:pPr>
              <a:lnSpc>
                <a:spcPct val="100000"/>
              </a:lnSpc>
            </a:pPr>
            <a:endParaRPr lang="es-ES" sz="4800" b="0" strike="noStrike" spc="-1">
              <a:latin typeface="Arial"/>
            </a:endParaRPr>
          </a:p>
          <a:p>
            <a:pPr>
              <a:lnSpc>
                <a:spcPct val="100000"/>
              </a:lnSpc>
            </a:pPr>
            <a:endParaRPr lang="es-ES" sz="4800" b="0" strike="noStrike" spc="-1">
              <a:latin typeface="Arial"/>
            </a:endParaRPr>
          </a:p>
          <a:p>
            <a:pPr>
              <a:lnSpc>
                <a:spcPct val="100000"/>
              </a:lnSpc>
            </a:pPr>
            <a:endParaRPr lang="es-ES" sz="4800" b="0" strike="noStrike" spc="-1">
              <a:latin typeface="Arial"/>
            </a:endParaRPr>
          </a:p>
          <a:p>
            <a:pPr>
              <a:lnSpc>
                <a:spcPct val="100000"/>
              </a:lnSpc>
            </a:pPr>
            <a:endParaRPr lang="es-ES" sz="4800" b="0" strike="noStrike" spc="-1">
              <a:latin typeface="Arial"/>
            </a:endParaRPr>
          </a:p>
          <a:p>
            <a:pPr>
              <a:lnSpc>
                <a:spcPct val="100000"/>
              </a:lnSpc>
            </a:pPr>
            <a:endParaRPr lang="es-ES" sz="4800" b="0" strike="noStrike" spc="-1">
              <a:latin typeface="Arial"/>
            </a:endParaRPr>
          </a:p>
          <a:p>
            <a:pPr>
              <a:lnSpc>
                <a:spcPct val="100000"/>
              </a:lnSpc>
            </a:pPr>
            <a:endParaRPr lang="es-ES" sz="48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SERVIDOR WEB</a:t>
            </a:r>
            <a:endParaRPr lang="es-ES" sz="3400" b="0" strike="noStrike" spc="-1">
              <a:latin typeface="Arial"/>
            </a:endParaRPr>
          </a:p>
        </p:txBody>
      </p:sp>
      <p:sp>
        <p:nvSpPr>
          <p:cNvPr id="95"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53880" indent="-3528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Detrás de cada página web debe existir un servidor web que ofrezca esa página.</a:t>
            </a:r>
            <a:endParaRPr lang="es-ES" sz="3200" b="0" strike="noStrike" spc="-1">
              <a:latin typeface="Arial"/>
            </a:endParaRPr>
          </a:p>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Según las páginas web que se ofrezca el servidor web deberá estar configurado para tal fin: con soporte PHP, con soporte de cifrado, con soporte de control de acceso, etc.</a:t>
            </a:r>
            <a:endParaRPr lang="es-ES" sz="3200" b="0" strike="noStrike" spc="-1">
              <a:latin typeface="Arial"/>
            </a:endParaRPr>
          </a:p>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Además, un servidor web puede alojar varios dominios de Internet.</a:t>
            </a:r>
            <a:endParaRPr lang="es-ES" sz="3200" b="0" strike="noStrike" spc="-1">
              <a:latin typeface="Arial"/>
            </a:endParaRPr>
          </a:p>
          <a:p>
            <a:pPr>
              <a:lnSpc>
                <a:spcPct val="100000"/>
              </a:lnSpc>
              <a:spcBef>
                <a:spcPts val="561"/>
              </a:spcBef>
            </a:pPr>
            <a:endParaRPr lang="es-ES" sz="3200" b="0" strike="noStrike" spc="-1">
              <a:latin typeface="Arial"/>
            </a:endParaRPr>
          </a:p>
          <a:p>
            <a:pPr marL="343080" indent="-342000" algn="just">
              <a:lnSpc>
                <a:spcPct val="100000"/>
              </a:lnSpc>
              <a:spcBef>
                <a:spcPts val="479"/>
              </a:spcBef>
            </a:pPr>
            <a:endParaRPr lang="es-ES" sz="3200" b="0" strike="noStrike" spc="-1">
              <a:latin typeface="Arial"/>
            </a:endParaRPr>
          </a:p>
        </p:txBody>
      </p:sp>
      <p:sp>
        <p:nvSpPr>
          <p:cNvPr id="9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9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0C586D8-5B54-452E-AB5C-845755910ECE}" type="slidenum">
              <a:rPr lang="es-ES" sz="1200" b="0" i="1" strike="noStrike" spc="-1">
                <a:solidFill>
                  <a:srgbClr val="91E614"/>
                </a:solidFill>
                <a:latin typeface="Century Gothic"/>
                <a:ea typeface="DejaVu Sans"/>
              </a:rPr>
              <a:t>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SERVIDOR WEB</a:t>
            </a:r>
            <a:endParaRPr lang="es-ES" sz="3400" b="0" strike="noStrike" spc="-1">
              <a:latin typeface="Arial"/>
            </a:endParaRPr>
          </a:p>
        </p:txBody>
      </p:sp>
      <p:sp>
        <p:nvSpPr>
          <p:cNvPr id="99"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Veremos cómo configurar y administrar el servidor </a:t>
            </a:r>
            <a:r>
              <a:rPr lang="es-ES" sz="3200" b="1" strike="noStrike" spc="-1">
                <a:solidFill>
                  <a:srgbClr val="000000"/>
                </a:solidFill>
                <a:latin typeface="Arial"/>
                <a:ea typeface="DejaVu Sans"/>
              </a:rPr>
              <a:t>Apache</a:t>
            </a:r>
            <a:r>
              <a:rPr lang="es-ES" sz="3200" b="0" strike="noStrike" spc="-1">
                <a:solidFill>
                  <a:srgbClr val="000000"/>
                </a:solidFill>
                <a:latin typeface="Arial"/>
                <a:ea typeface="DejaVu Sans"/>
              </a:rPr>
              <a:t> ya que soporta: páginas web estáticas, dinámicas, hosts virtuales, seguridad mediante cifrado, autenticación y control de acceso, modularización y monitorización de archivos de registro.</a:t>
            </a:r>
            <a:endParaRPr lang="es-ES" sz="3200" b="0" strike="noStrike" spc="-1">
              <a:latin typeface="Arial"/>
            </a:endParaRPr>
          </a:p>
          <a:p>
            <a:pPr>
              <a:lnSpc>
                <a:spcPct val="100000"/>
              </a:lnSpc>
              <a:spcBef>
                <a:spcPts val="561"/>
              </a:spcBef>
            </a:pPr>
            <a:endParaRPr lang="es-ES" sz="3200" b="0" strike="noStrike" spc="-1">
              <a:latin typeface="Arial"/>
            </a:endParaRPr>
          </a:p>
          <a:p>
            <a:pPr marL="343080" indent="-342000" algn="just">
              <a:lnSpc>
                <a:spcPct val="100000"/>
              </a:lnSpc>
              <a:spcBef>
                <a:spcPts val="479"/>
              </a:spcBef>
            </a:pPr>
            <a:endParaRPr lang="es-ES" sz="3200" b="0" strike="noStrike" spc="-1">
              <a:latin typeface="Arial"/>
            </a:endParaRPr>
          </a:p>
        </p:txBody>
      </p:sp>
      <p:sp>
        <p:nvSpPr>
          <p:cNvPr id="10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0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44D6187-FB93-4E54-80E5-2840F50F7610}" type="slidenum">
              <a:rPr lang="es-ES" sz="1200" b="0" i="1" strike="noStrike" spc="-1">
                <a:solidFill>
                  <a:srgbClr val="91E614"/>
                </a:solidFill>
                <a:latin typeface="Century Gothic"/>
                <a:ea typeface="DejaVu Sans"/>
              </a:rPr>
              <a:t>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EL SERVIDOR APACHE</a:t>
            </a:r>
            <a:endParaRPr lang="es-ES" sz="3400" b="0" strike="noStrike" spc="-1">
              <a:latin typeface="Arial"/>
            </a:endParaRPr>
          </a:p>
        </p:txBody>
      </p:sp>
      <p:sp>
        <p:nvSpPr>
          <p:cNvPr id="103"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53880" indent="-352800" algn="just">
              <a:lnSpc>
                <a:spcPct val="100000"/>
              </a:lnSpc>
              <a:spcBef>
                <a:spcPts val="561"/>
              </a:spcBef>
              <a:buClr>
                <a:srgbClr val="000000"/>
              </a:buClr>
              <a:buFont typeface="Arial"/>
              <a:buChar char="•"/>
            </a:pPr>
            <a:r>
              <a:rPr lang="es-ES" sz="2800" b="0" strike="noStrike" spc="-1">
                <a:solidFill>
                  <a:srgbClr val="000000"/>
                </a:solidFill>
                <a:latin typeface="Arial"/>
                <a:ea typeface="DejaVu Sans"/>
              </a:rPr>
              <a:t>El servidor http </a:t>
            </a:r>
            <a:r>
              <a:rPr lang="es-ES" sz="2800" b="1" strike="noStrike" spc="-1">
                <a:solidFill>
                  <a:srgbClr val="000000"/>
                </a:solidFill>
                <a:latin typeface="Arial"/>
                <a:ea typeface="DejaVu Sans"/>
              </a:rPr>
              <a:t>Apache</a:t>
            </a:r>
            <a:r>
              <a:rPr lang="es-ES" sz="2800" b="0" strike="noStrike" spc="-1">
                <a:solidFill>
                  <a:srgbClr val="000000"/>
                </a:solidFill>
                <a:latin typeface="Arial"/>
                <a:ea typeface="DejaVu Sans"/>
              </a:rPr>
              <a:t> es uno de los proyectos desarrollados por la Fundación Apache que es una organización no lucrativa creada para dar soporte a los proyectos de software bajo la denominación </a:t>
            </a:r>
            <a:r>
              <a:rPr lang="es-ES" sz="2800" b="1" i="1" strike="noStrike" spc="-1">
                <a:solidFill>
                  <a:srgbClr val="000000"/>
                </a:solidFill>
                <a:latin typeface="Arial"/>
                <a:ea typeface="DejaVu Sans"/>
              </a:rPr>
              <a:t>Apache</a:t>
            </a:r>
            <a:r>
              <a:rPr lang="es-ES" sz="2800" b="0" strike="noStrike" spc="-1">
                <a:solidFill>
                  <a:srgbClr val="000000"/>
                </a:solidFill>
                <a:latin typeface="Arial"/>
                <a:ea typeface="DejaVu Sans"/>
              </a:rPr>
              <a:t>. </a:t>
            </a:r>
            <a:endParaRPr lang="es-ES" sz="2800" b="0" strike="noStrike" spc="-1">
              <a:latin typeface="Arial"/>
            </a:endParaRPr>
          </a:p>
          <a:p>
            <a:pPr>
              <a:lnSpc>
                <a:spcPct val="100000"/>
              </a:lnSpc>
              <a:spcBef>
                <a:spcPts val="561"/>
              </a:spcBef>
            </a:pPr>
            <a:endParaRPr lang="es-ES" sz="2800" b="0" strike="noStrike" spc="-1">
              <a:latin typeface="Arial"/>
            </a:endParaRPr>
          </a:p>
          <a:p>
            <a:pPr marL="353880" indent="-352800" algn="just">
              <a:lnSpc>
                <a:spcPct val="100000"/>
              </a:lnSpc>
              <a:spcBef>
                <a:spcPts val="561"/>
              </a:spcBef>
              <a:buClr>
                <a:srgbClr val="000000"/>
              </a:buClr>
              <a:buFont typeface="Arial"/>
              <a:buChar char="•"/>
            </a:pPr>
            <a:r>
              <a:rPr lang="es-ES" sz="2800" b="0" i="1" strike="noStrike" spc="-1">
                <a:solidFill>
                  <a:srgbClr val="000000"/>
                </a:solidFill>
                <a:latin typeface="Arial"/>
                <a:ea typeface="DejaVu Sans"/>
              </a:rPr>
              <a:t>Apache Software Foundation</a:t>
            </a:r>
            <a:r>
              <a:rPr lang="es-ES" sz="2800" b="0" strike="noStrike" spc="-1">
                <a:solidFill>
                  <a:srgbClr val="000000"/>
                </a:solidFill>
                <a:latin typeface="Arial"/>
                <a:ea typeface="DejaVu Sans"/>
              </a:rPr>
              <a:t> es una comunidad descentralizada de desarrolladores que trabajan cada uno en sus propios proyectos de código</a:t>
            </a:r>
            <a:r>
              <a:rPr lang="es-ES" sz="2800" b="0" u="sng" strike="noStrike" spc="-1">
                <a:solidFill>
                  <a:srgbClr val="000000"/>
                </a:solidFill>
                <a:uFillTx/>
                <a:latin typeface="Arial"/>
                <a:ea typeface="DejaVu Sans"/>
              </a:rPr>
              <a:t> </a:t>
            </a:r>
            <a:r>
              <a:rPr lang="es-ES" sz="2800" b="0" strike="noStrike" spc="-1">
                <a:solidFill>
                  <a:srgbClr val="000000"/>
                </a:solidFill>
                <a:latin typeface="Arial"/>
                <a:ea typeface="DejaVu Sans"/>
              </a:rPr>
              <a:t>abierto (</a:t>
            </a:r>
            <a:r>
              <a:rPr lang="es-ES" sz="2800" b="0" i="1" strike="noStrike" spc="-1">
                <a:solidFill>
                  <a:srgbClr val="000000"/>
                </a:solidFill>
                <a:latin typeface="Arial"/>
                <a:ea typeface="DejaVu Sans"/>
              </a:rPr>
              <a:t>open source</a:t>
            </a:r>
            <a:r>
              <a:rPr lang="es-ES" sz="2800" b="0" strike="noStrike" spc="-1">
                <a:solidFill>
                  <a:srgbClr val="000000"/>
                </a:solidFill>
                <a:latin typeface="Arial"/>
                <a:ea typeface="DejaVu Sans"/>
              </a:rPr>
              <a:t>). </a:t>
            </a:r>
            <a:endParaRPr lang="es-ES" sz="2800" b="0" strike="noStrike" spc="-1">
              <a:latin typeface="Arial"/>
            </a:endParaRPr>
          </a:p>
          <a:p>
            <a:pPr>
              <a:lnSpc>
                <a:spcPct val="100000"/>
              </a:lnSpc>
              <a:spcBef>
                <a:spcPts val="561"/>
              </a:spcBef>
            </a:pP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p:txBody>
      </p:sp>
      <p:sp>
        <p:nvSpPr>
          <p:cNvPr id="10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0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2597864-FE09-405E-B6F6-C74B2FEE3B79}" type="slidenum">
              <a:rPr lang="es-ES" sz="1200" b="0" i="1" strike="noStrike" spc="-1">
                <a:solidFill>
                  <a:srgbClr val="91E614"/>
                </a:solidFill>
                <a:latin typeface="Century Gothic"/>
                <a:ea typeface="DejaVu Sans"/>
              </a:rPr>
              <a:t>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CARACTERÍSTICAS DEL SERVIDOR APACHE</a:t>
            </a:r>
            <a:endParaRPr lang="es-ES" sz="3400" b="0" strike="noStrike" spc="-1">
              <a:latin typeface="Arial"/>
            </a:endParaRPr>
          </a:p>
        </p:txBody>
      </p:sp>
      <p:sp>
        <p:nvSpPr>
          <p:cNvPr id="107"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dirty="0">
                <a:solidFill>
                  <a:srgbClr val="000000"/>
                </a:solidFill>
                <a:latin typeface="Arial"/>
                <a:ea typeface="DejaVu Sans"/>
              </a:rPr>
              <a:t>Servidor Web potente, flexible y ajustado al HTTP/1.1.</a:t>
            </a:r>
            <a:endParaRPr lang="es-ES" sz="3200" b="0" strike="noStrike" spc="-1" dirty="0">
              <a:latin typeface="Arial"/>
            </a:endParaRPr>
          </a:p>
          <a:p>
            <a:pPr marL="343080" indent="-342000" algn="just">
              <a:lnSpc>
                <a:spcPct val="100000"/>
              </a:lnSpc>
              <a:spcBef>
                <a:spcPts val="641"/>
              </a:spcBef>
              <a:buClr>
                <a:srgbClr val="000000"/>
              </a:buClr>
              <a:buFont typeface="Symbol"/>
              <a:buChar char=""/>
            </a:pPr>
            <a:r>
              <a:rPr lang="es-ES" sz="3200" b="0" strike="noStrike" spc="-1" dirty="0">
                <a:solidFill>
                  <a:srgbClr val="000000"/>
                </a:solidFill>
                <a:latin typeface="Arial"/>
                <a:ea typeface="DejaVu Sans"/>
              </a:rPr>
              <a:t>Modular. Altamente configurable y extensible.</a:t>
            </a:r>
            <a:endParaRPr lang="es-ES" sz="3200" b="0" strike="noStrike" spc="-1" dirty="0">
              <a:latin typeface="Arial"/>
            </a:endParaRPr>
          </a:p>
          <a:p>
            <a:pPr marL="353880" indent="-352800" algn="just">
              <a:lnSpc>
                <a:spcPct val="100000"/>
              </a:lnSpc>
              <a:spcBef>
                <a:spcPts val="641"/>
              </a:spcBef>
              <a:buClr>
                <a:srgbClr val="000000"/>
              </a:buClr>
              <a:buFont typeface="Arial"/>
              <a:buChar char="•"/>
            </a:pPr>
            <a:r>
              <a:rPr lang="es-ES" sz="3200" b="0" strike="noStrike" spc="-1" dirty="0">
                <a:solidFill>
                  <a:srgbClr val="000000"/>
                </a:solidFill>
                <a:latin typeface="Arial"/>
                <a:ea typeface="DejaVu Sans"/>
              </a:rPr>
              <a:t>Servidor “Open </a:t>
            </a:r>
            <a:r>
              <a:rPr lang="es-ES" sz="3200" b="0" strike="noStrike" spc="-1" dirty="0" err="1">
                <a:solidFill>
                  <a:srgbClr val="000000"/>
                </a:solidFill>
                <a:latin typeface="Arial"/>
                <a:ea typeface="DejaVu Sans"/>
              </a:rPr>
              <a:t>Source</a:t>
            </a:r>
            <a:r>
              <a:rPr lang="es-ES" sz="3200" b="0" strike="noStrike" spc="-1" dirty="0">
                <a:solidFill>
                  <a:srgbClr val="000000"/>
                </a:solidFill>
                <a:latin typeface="Arial"/>
                <a:ea typeface="DejaVu Sans"/>
              </a:rPr>
              <a:t>”.</a:t>
            </a:r>
            <a:endParaRPr lang="es-ES" sz="3200" b="0" strike="noStrike" spc="-1" dirty="0">
              <a:latin typeface="Arial"/>
            </a:endParaRPr>
          </a:p>
          <a:p>
            <a:pPr marL="353880" indent="-352800" algn="just">
              <a:lnSpc>
                <a:spcPct val="100000"/>
              </a:lnSpc>
              <a:spcBef>
                <a:spcPts val="641"/>
              </a:spcBef>
              <a:buClr>
                <a:srgbClr val="000000"/>
              </a:buClr>
              <a:buFont typeface="Arial"/>
              <a:buChar char="•"/>
            </a:pPr>
            <a:r>
              <a:rPr lang="es-ES" sz="3200" b="0" strike="noStrike" spc="-1" dirty="0">
                <a:solidFill>
                  <a:srgbClr val="000000"/>
                </a:solidFill>
                <a:latin typeface="Arial"/>
                <a:ea typeface="DejaVu Sans"/>
              </a:rPr>
              <a:t>Multiplataforma: Windows, Linux, Unix, …</a:t>
            </a:r>
            <a:endParaRPr lang="es-ES" sz="3200" b="0" strike="noStrike" spc="-1" dirty="0">
              <a:latin typeface="Arial"/>
            </a:endParaRPr>
          </a:p>
          <a:p>
            <a:pPr marL="353880" indent="-352800" algn="just">
              <a:lnSpc>
                <a:spcPct val="100000"/>
              </a:lnSpc>
              <a:spcBef>
                <a:spcPts val="641"/>
              </a:spcBef>
              <a:buClr>
                <a:srgbClr val="000000"/>
              </a:buClr>
              <a:buFont typeface="Arial"/>
              <a:buChar char="•"/>
            </a:pPr>
            <a:r>
              <a:rPr lang="es-ES" sz="3200" b="0" strike="noStrike" spc="-1" dirty="0">
                <a:solidFill>
                  <a:srgbClr val="000000"/>
                </a:solidFill>
                <a:latin typeface="Arial"/>
                <a:ea typeface="DejaVu Sans"/>
              </a:rPr>
              <a:t>Servidor “mas utilizado” en Internet.</a:t>
            </a:r>
            <a:endParaRPr lang="es-ES" sz="3200" b="0" strike="noStrike" spc="-1" dirty="0">
              <a:latin typeface="Arial"/>
            </a:endParaRPr>
          </a:p>
          <a:p>
            <a:pPr marL="754200" indent="-352800" algn="just">
              <a:lnSpc>
                <a:spcPct val="100000"/>
              </a:lnSpc>
              <a:spcBef>
                <a:spcPts val="561"/>
              </a:spcBef>
            </a:pPr>
            <a:r>
              <a:rPr lang="es-ES" sz="2800" b="0" strike="noStrike" spc="-1" dirty="0">
                <a:solidFill>
                  <a:srgbClr val="000000"/>
                </a:solidFill>
                <a:latin typeface="Arial"/>
                <a:ea typeface="DejaVu Sans"/>
              </a:rPr>
              <a:t>			</a:t>
            </a:r>
            <a:r>
              <a:rPr lang="es-ES" sz="2800" b="1" strike="noStrike" spc="-1" dirty="0">
                <a:solidFill>
                  <a:srgbClr val="000000"/>
                </a:solidFill>
                <a:latin typeface="Arial"/>
                <a:ea typeface="DejaVu Sans"/>
              </a:rPr>
              <a:t> http://www.netcraft.com</a:t>
            </a:r>
            <a:endParaRPr lang="es-ES" sz="2800" b="0" strike="noStrike" spc="-1" dirty="0">
              <a:latin typeface="Arial"/>
            </a:endParaRPr>
          </a:p>
          <a:p>
            <a:pPr marL="343080" indent="-342000" algn="just">
              <a:lnSpc>
                <a:spcPct val="100000"/>
              </a:lnSpc>
              <a:spcBef>
                <a:spcPts val="479"/>
              </a:spcBef>
            </a:pPr>
            <a:endParaRPr lang="es-ES" sz="2800" b="0" strike="noStrike" spc="-1" dirty="0">
              <a:latin typeface="Arial"/>
            </a:endParaRPr>
          </a:p>
        </p:txBody>
      </p:sp>
      <p:sp>
        <p:nvSpPr>
          <p:cNvPr id="10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0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73526FF-E50B-4819-83DD-B447A3964FD2}" type="slidenum">
              <a:rPr lang="es-ES" sz="1200" b="0" i="1" strike="noStrike" spc="-1">
                <a:solidFill>
                  <a:srgbClr val="91E614"/>
                </a:solidFill>
                <a:latin typeface="Century Gothic"/>
                <a:ea typeface="DejaVu Sans"/>
              </a:rPr>
              <a:t>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CARACTERÍSTICAS DEL SERVIDOR APACHE</a:t>
            </a:r>
            <a:endParaRPr lang="es-ES" sz="3400" b="0" strike="noStrike" spc="-1">
              <a:latin typeface="Arial"/>
            </a:endParaRPr>
          </a:p>
        </p:txBody>
      </p:sp>
      <p:sp>
        <p:nvSpPr>
          <p:cNvPr id="111"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endParaRPr lang="es-ES" sz="1800" b="0" strike="noStrike" spc="-1">
              <a:latin typeface="Arial"/>
            </a:endParaRPr>
          </a:p>
          <a:p>
            <a:pPr marL="343080" indent="-342000" algn="just">
              <a:lnSpc>
                <a:spcPct val="100000"/>
              </a:lnSpc>
              <a:spcBef>
                <a:spcPts val="479"/>
              </a:spcBef>
            </a:pPr>
            <a:endParaRPr lang="es-ES" sz="1800" b="0" strike="noStrike" spc="-1">
              <a:latin typeface="Arial"/>
            </a:endParaRPr>
          </a:p>
        </p:txBody>
      </p:sp>
      <p:sp>
        <p:nvSpPr>
          <p:cNvPr id="11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1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9E8C7A1-F931-431C-AB01-E6B7C46110CA}" type="slidenum">
              <a:rPr lang="es-ES" sz="1200" b="0" i="1" strike="noStrike" spc="-1">
                <a:solidFill>
                  <a:srgbClr val="91E614"/>
                </a:solidFill>
                <a:latin typeface="Century Gothic"/>
                <a:ea typeface="DejaVu Sans"/>
              </a:rPr>
              <a:t>6</a:t>
            </a:fld>
            <a:endParaRPr lang="es-ES" sz="1200" b="0" strike="noStrike" spc="-1">
              <a:latin typeface="Arial"/>
            </a:endParaRPr>
          </a:p>
        </p:txBody>
      </p:sp>
      <p:pic>
        <p:nvPicPr>
          <p:cNvPr id="114" name="5 Imagen"/>
          <p:cNvPicPr/>
          <p:nvPr/>
        </p:nvPicPr>
        <p:blipFill>
          <a:blip r:embed="rId3"/>
          <a:stretch/>
        </p:blipFill>
        <p:spPr>
          <a:xfrm>
            <a:off x="1214280" y="1071720"/>
            <a:ext cx="6525000" cy="47599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INSTALACIÓN DE APACHE EN LINUX </a:t>
            </a:r>
            <a:r>
              <a:rPr lang="es-ES" sz="3400" b="0" strike="noStrike" spc="-1">
                <a:solidFill>
                  <a:srgbClr val="66FF33"/>
                </a:solidFill>
                <a:latin typeface="Century Gothic"/>
                <a:ea typeface="DejaVu Sans"/>
              </a:rPr>
              <a:t>(Debian/Ubuntu)</a:t>
            </a:r>
            <a:endParaRPr lang="es-ES" sz="3400" b="0" strike="noStrike" spc="-1">
              <a:latin typeface="Arial"/>
            </a:endParaRPr>
          </a:p>
        </p:txBody>
      </p:sp>
      <p:sp>
        <p:nvSpPr>
          <p:cNvPr id="116"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561"/>
              </a:spcBef>
              <a:buClr>
                <a:srgbClr val="000000"/>
              </a:buClr>
              <a:buFont typeface="Century Gothic"/>
              <a:buAutoNum type="arabicPeriod"/>
            </a:pPr>
            <a:r>
              <a:rPr lang="es-ES" sz="2800" b="0" strike="noStrike" spc="-1" dirty="0">
                <a:solidFill>
                  <a:srgbClr val="000000"/>
                </a:solidFill>
                <a:latin typeface="Arial"/>
                <a:ea typeface="DejaVu Sans"/>
              </a:rPr>
              <a:t>Instalación del paquete: </a:t>
            </a:r>
            <a:endParaRPr lang="es-ES" sz="2800" b="0" strike="noStrike" spc="-1" dirty="0">
              <a:latin typeface="Arial"/>
            </a:endParaRPr>
          </a:p>
          <a:p>
            <a:pPr marL="457200" indent="-456120">
              <a:lnSpc>
                <a:spcPct val="100000"/>
              </a:lnSpc>
              <a:spcBef>
                <a:spcPts val="561"/>
              </a:spcBef>
            </a:pPr>
            <a:r>
              <a:rPr lang="es-ES" sz="2800" b="0" strike="noStrike" spc="-1" dirty="0">
                <a:solidFill>
                  <a:srgbClr val="000000"/>
                </a:solidFill>
                <a:latin typeface="Arial"/>
                <a:ea typeface="DejaVu Sans"/>
              </a:rPr>
              <a:t>			</a:t>
            </a:r>
            <a:r>
              <a:rPr lang="es-ES" sz="2800" b="1" strike="noStrike" spc="-1" dirty="0">
                <a:solidFill>
                  <a:srgbClr val="000000"/>
                </a:solidFill>
                <a:latin typeface="Arial"/>
                <a:ea typeface="DejaVu Sans"/>
              </a:rPr>
              <a:t>sudo </a:t>
            </a:r>
            <a:r>
              <a:rPr lang="es-ES" sz="2800" b="1" strike="noStrike" spc="-1" dirty="0" err="1">
                <a:solidFill>
                  <a:srgbClr val="000000"/>
                </a:solidFill>
                <a:latin typeface="Arial"/>
                <a:ea typeface="DejaVu Sans"/>
              </a:rPr>
              <a:t>apt-get</a:t>
            </a:r>
            <a:r>
              <a:rPr lang="es-ES" sz="2800" b="1" strike="noStrike" spc="-1" dirty="0">
                <a:solidFill>
                  <a:srgbClr val="000000"/>
                </a:solidFill>
                <a:latin typeface="Arial"/>
                <a:ea typeface="DejaVu Sans"/>
              </a:rPr>
              <a:t> </a:t>
            </a:r>
            <a:r>
              <a:rPr lang="es-ES" sz="2800" b="1" strike="noStrike" spc="-1" dirty="0" err="1">
                <a:solidFill>
                  <a:srgbClr val="000000"/>
                </a:solidFill>
                <a:latin typeface="Arial"/>
                <a:ea typeface="DejaVu Sans"/>
              </a:rPr>
              <a:t>update</a:t>
            </a:r>
            <a:endParaRPr lang="es-ES" sz="2800" b="0" strike="noStrike" spc="-1" dirty="0">
              <a:latin typeface="Arial"/>
            </a:endParaRPr>
          </a:p>
          <a:p>
            <a:pPr marL="343080" indent="-342000">
              <a:lnSpc>
                <a:spcPct val="100000"/>
              </a:lnSpc>
              <a:spcBef>
                <a:spcPts val="561"/>
              </a:spcBef>
            </a:pPr>
            <a:r>
              <a:rPr lang="es-ES" sz="2800" b="1" strike="noStrike" spc="-1" dirty="0">
                <a:solidFill>
                  <a:srgbClr val="000000"/>
                </a:solidFill>
                <a:latin typeface="Arial"/>
                <a:ea typeface="DejaVu Sans"/>
              </a:rPr>
              <a:t>			sudo </a:t>
            </a:r>
            <a:r>
              <a:rPr lang="es-ES" sz="2800" b="1" strike="noStrike" spc="-1" dirty="0" err="1">
                <a:solidFill>
                  <a:srgbClr val="000000"/>
                </a:solidFill>
                <a:latin typeface="Arial"/>
                <a:ea typeface="DejaVu Sans"/>
              </a:rPr>
              <a:t>apt-get</a:t>
            </a:r>
            <a:r>
              <a:rPr lang="es-ES" sz="2800" b="1" strike="noStrike" spc="-1" dirty="0">
                <a:solidFill>
                  <a:srgbClr val="000000"/>
                </a:solidFill>
                <a:latin typeface="Arial"/>
                <a:ea typeface="DejaVu Sans"/>
              </a:rPr>
              <a:t> </a:t>
            </a:r>
            <a:r>
              <a:rPr lang="es-ES" sz="2800" b="1" strike="noStrike" spc="-1" dirty="0" err="1">
                <a:solidFill>
                  <a:srgbClr val="000000"/>
                </a:solidFill>
                <a:latin typeface="Arial"/>
                <a:ea typeface="DejaVu Sans"/>
              </a:rPr>
              <a:t>install</a:t>
            </a:r>
            <a:r>
              <a:rPr lang="es-ES" sz="2800" b="1" strike="noStrike" spc="-1" dirty="0">
                <a:solidFill>
                  <a:srgbClr val="000000"/>
                </a:solidFill>
                <a:latin typeface="Arial"/>
                <a:ea typeface="DejaVu Sans"/>
              </a:rPr>
              <a:t> apache2</a:t>
            </a:r>
            <a:endParaRPr lang="es-ES" sz="2800" b="0" strike="noStrike" spc="-1" dirty="0">
              <a:latin typeface="Arial"/>
            </a:endParaRPr>
          </a:p>
          <a:p>
            <a:pPr algn="just">
              <a:lnSpc>
                <a:spcPct val="100000"/>
              </a:lnSpc>
              <a:spcBef>
                <a:spcPts val="561"/>
              </a:spcBef>
            </a:pPr>
            <a:r>
              <a:rPr lang="es-ES" sz="2800" b="0" strike="noStrike" spc="-1" dirty="0">
                <a:solidFill>
                  <a:srgbClr val="000000"/>
                </a:solidFill>
                <a:latin typeface="Arial"/>
                <a:ea typeface="DejaVu Sans"/>
              </a:rPr>
              <a:t>Normalmente, una vez que se ha </a:t>
            </a:r>
            <a:r>
              <a:rPr lang="es-ES" sz="2800" spc="-1" dirty="0">
                <a:solidFill>
                  <a:srgbClr val="000000"/>
                </a:solidFill>
                <a:latin typeface="Arial"/>
                <a:ea typeface="DejaVu Sans"/>
              </a:rPr>
              <a:t>instalado</a:t>
            </a:r>
            <a:r>
              <a:rPr lang="es-ES" sz="2800" b="0" strike="noStrike" spc="-1" dirty="0">
                <a:solidFill>
                  <a:srgbClr val="000000"/>
                </a:solidFill>
                <a:latin typeface="Arial"/>
                <a:ea typeface="DejaVu Sans"/>
              </a:rPr>
              <a:t>, apache comenzará a funcionar. </a:t>
            </a: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r>
              <a:rPr lang="es-ES" sz="2800" b="0" strike="noStrike" spc="-1" dirty="0">
                <a:solidFill>
                  <a:srgbClr val="000000"/>
                </a:solidFill>
                <a:latin typeface="Arial"/>
                <a:ea typeface="DejaVu Sans"/>
              </a:rPr>
              <a:t>2.	Comprobación del funcionamiento: </a:t>
            </a:r>
            <a:endParaRPr lang="es-ES" sz="2800" b="0" strike="noStrike" spc="-1" dirty="0">
              <a:latin typeface="Arial"/>
            </a:endParaRPr>
          </a:p>
          <a:p>
            <a:pPr marL="343080" indent="-342000">
              <a:lnSpc>
                <a:spcPct val="100000"/>
              </a:lnSpc>
              <a:spcBef>
                <a:spcPts val="561"/>
              </a:spcBef>
            </a:pPr>
            <a:r>
              <a:rPr lang="es-ES" sz="2800" b="1" strike="noStrike" spc="-1" dirty="0">
                <a:solidFill>
                  <a:srgbClr val="000000"/>
                </a:solidFill>
                <a:latin typeface="Arial"/>
                <a:ea typeface="DejaVu Sans"/>
              </a:rPr>
              <a:t>			</a:t>
            </a:r>
            <a:r>
              <a:rPr lang="es-ES" sz="2800" b="1" strike="noStrike" spc="-1" dirty="0" err="1">
                <a:solidFill>
                  <a:srgbClr val="000000"/>
                </a:solidFill>
                <a:latin typeface="Arial"/>
                <a:ea typeface="DejaVu Sans"/>
              </a:rPr>
              <a:t>ps</a:t>
            </a:r>
            <a:r>
              <a:rPr lang="es-ES" sz="2800" b="1" strike="noStrike" spc="-1" dirty="0">
                <a:solidFill>
                  <a:srgbClr val="000000"/>
                </a:solidFill>
                <a:latin typeface="Arial"/>
                <a:ea typeface="DejaVu Sans"/>
              </a:rPr>
              <a:t> –</a:t>
            </a:r>
            <a:r>
              <a:rPr lang="es-ES" sz="2800" b="1" strike="noStrike" spc="-1" dirty="0" err="1">
                <a:solidFill>
                  <a:srgbClr val="000000"/>
                </a:solidFill>
                <a:latin typeface="Arial"/>
                <a:ea typeface="DejaVu Sans"/>
              </a:rPr>
              <a:t>ef</a:t>
            </a:r>
            <a:r>
              <a:rPr lang="es-ES" sz="2800" b="1" strike="noStrike" spc="-1" dirty="0">
                <a:solidFill>
                  <a:srgbClr val="000000"/>
                </a:solidFill>
                <a:latin typeface="Arial"/>
                <a:ea typeface="DejaVu Sans"/>
              </a:rPr>
              <a:t> | grep apache2</a:t>
            </a:r>
            <a:endParaRPr lang="es-ES" sz="2800" b="0" strike="noStrike" spc="-1" dirty="0">
              <a:latin typeface="Arial"/>
            </a:endParaRPr>
          </a:p>
          <a:p>
            <a:pPr marL="343080" indent="-342000" algn="just">
              <a:lnSpc>
                <a:spcPct val="100000"/>
              </a:lnSpc>
              <a:spcBef>
                <a:spcPts val="479"/>
              </a:spcBef>
            </a:pPr>
            <a:endParaRPr lang="es-ES" sz="2800" b="0" strike="noStrike" spc="-1" dirty="0">
              <a:latin typeface="Arial"/>
            </a:endParaRPr>
          </a:p>
        </p:txBody>
      </p:sp>
      <p:sp>
        <p:nvSpPr>
          <p:cNvPr id="11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1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30FB119-8ADD-4DC2-9FD7-377F1282DA14}" type="slidenum">
              <a:rPr lang="es-ES" sz="1200" b="0" i="1" strike="noStrike" spc="-1">
                <a:solidFill>
                  <a:srgbClr val="91E614"/>
                </a:solidFill>
                <a:latin typeface="Century Gothic"/>
                <a:ea typeface="DejaVu Sans"/>
              </a:rPr>
              <a:t>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08120" indent="-1607040">
              <a:lnSpc>
                <a:spcPct val="100000"/>
              </a:lnSpc>
            </a:pPr>
            <a:r>
              <a:rPr lang="es-ES" sz="3400" b="1" strike="noStrike" spc="-1">
                <a:solidFill>
                  <a:srgbClr val="66FF33"/>
                </a:solidFill>
                <a:latin typeface="Century Gothic"/>
                <a:ea typeface="DejaVu Sans"/>
              </a:rPr>
              <a:t>TEMA 5. INSTALACIÓN DE APACHE EN LINUX </a:t>
            </a:r>
            <a:r>
              <a:rPr lang="es-ES" sz="3400" b="0" strike="noStrike" spc="-1">
                <a:solidFill>
                  <a:srgbClr val="66FF33"/>
                </a:solidFill>
                <a:latin typeface="Century Gothic"/>
                <a:ea typeface="DejaVu Sans"/>
              </a:rPr>
              <a:t>(Debian/Ubuntu)</a:t>
            </a:r>
            <a:endParaRPr lang="es-ES" sz="3400" b="0" strike="noStrike" spc="-1">
              <a:latin typeface="Arial"/>
            </a:endParaRPr>
          </a:p>
        </p:txBody>
      </p:sp>
      <p:sp>
        <p:nvSpPr>
          <p:cNvPr id="120"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gn="just">
              <a:lnSpc>
                <a:spcPct val="100000"/>
              </a:lnSpc>
              <a:spcBef>
                <a:spcPts val="479"/>
              </a:spcBef>
              <a:buClr>
                <a:srgbClr val="000000"/>
              </a:buClr>
              <a:buFont typeface="Century Gothic"/>
              <a:buAutoNum type="arabicPeriod" startAt="3"/>
            </a:pPr>
            <a:r>
              <a:rPr lang="es-ES" sz="2400" b="0" strike="noStrike" spc="-1">
                <a:solidFill>
                  <a:srgbClr val="000000"/>
                </a:solidFill>
                <a:latin typeface="Arial"/>
                <a:ea typeface="DejaVu Sans"/>
              </a:rPr>
              <a:t>Comprobar si el servidor está en disposición de atender las peticiones http. Para ello abrimos el navegador y ponemos:</a:t>
            </a:r>
            <a:endParaRPr lang="es-ES" sz="2400" b="0" strike="noStrike" spc="-1">
              <a:latin typeface="Arial"/>
            </a:endParaRPr>
          </a:p>
          <a:p>
            <a:pPr marL="343080" indent="-342000">
              <a:lnSpc>
                <a:spcPct val="100000"/>
              </a:lnSpc>
              <a:spcBef>
                <a:spcPts val="479"/>
              </a:spcBef>
            </a:pPr>
            <a:r>
              <a:rPr lang="es-ES" sz="2400" b="1" strike="noStrike" spc="-1">
                <a:solidFill>
                  <a:srgbClr val="000000"/>
                </a:solidFill>
                <a:latin typeface="Arial"/>
                <a:ea typeface="DejaVu Sans"/>
              </a:rPr>
              <a:t>			http://</a:t>
            </a:r>
            <a:r>
              <a:rPr lang="es-ES" sz="2400" b="1" i="1" strike="noStrike" spc="-1">
                <a:solidFill>
                  <a:srgbClr val="000000"/>
                </a:solidFill>
                <a:latin typeface="Arial"/>
                <a:ea typeface="DejaVu Sans"/>
              </a:rPr>
              <a:t>Dirección IP del host</a:t>
            </a:r>
            <a:endParaRPr lang="es-ES" sz="2400" b="0" strike="noStrike" spc="-1">
              <a:latin typeface="Arial"/>
            </a:endParaRPr>
          </a:p>
        </p:txBody>
      </p:sp>
      <p:sp>
        <p:nvSpPr>
          <p:cNvPr id="12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2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7C4A360-2800-4350-8370-D888611CD482}" type="slidenum">
              <a:rPr lang="es-ES" sz="1200" b="0" i="1" strike="noStrike" spc="-1">
                <a:solidFill>
                  <a:srgbClr val="91E614"/>
                </a:solidFill>
                <a:latin typeface="Century Gothic"/>
                <a:ea typeface="DejaVu Sans"/>
              </a:rPr>
              <a:t>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INSTALACIÓN DE APACHE EN LINUX </a:t>
            </a:r>
            <a:r>
              <a:rPr lang="es-ES" sz="3400" b="0" strike="noStrike" spc="-1">
                <a:solidFill>
                  <a:srgbClr val="66FF33"/>
                </a:solidFill>
                <a:latin typeface="Century Gothic"/>
                <a:ea typeface="DejaVu Sans"/>
              </a:rPr>
              <a:t>(Debian/Ubuntu)</a:t>
            </a:r>
            <a:endParaRPr lang="es-ES" sz="3400" b="0" strike="noStrike" spc="-1">
              <a:latin typeface="Arial"/>
            </a:endParaRPr>
          </a:p>
        </p:txBody>
      </p:sp>
      <p:sp>
        <p:nvSpPr>
          <p:cNvPr id="124"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479"/>
              </a:spcBef>
            </a:pPr>
            <a:r>
              <a:rPr lang="es-ES" sz="2400" b="0" strike="noStrike" spc="-1">
                <a:solidFill>
                  <a:srgbClr val="000000"/>
                </a:solidFill>
                <a:latin typeface="Arial"/>
                <a:ea typeface="DejaVu Sans"/>
              </a:rPr>
              <a:t>Con la instalación se crean:</a:t>
            </a:r>
            <a:endParaRPr lang="es-ES" sz="2400" b="0" strike="noStrike" spc="-1">
              <a:latin typeface="Arial"/>
            </a:endParaRPr>
          </a:p>
          <a:p>
            <a:pPr marL="743040" lvl="1" indent="-284760">
              <a:lnSpc>
                <a:spcPct val="100000"/>
              </a:lnSpc>
              <a:spcBef>
                <a:spcPts val="400"/>
              </a:spcBef>
              <a:buClr>
                <a:srgbClr val="000000"/>
              </a:buClr>
              <a:buFont typeface="Symbol"/>
              <a:buChar char=""/>
            </a:pPr>
            <a:r>
              <a:rPr lang="es-ES" sz="2000" b="0" strike="noStrike" spc="-1">
                <a:solidFill>
                  <a:srgbClr val="000000"/>
                </a:solidFill>
                <a:latin typeface="Arial"/>
                <a:ea typeface="DejaVu Sans"/>
              </a:rPr>
              <a:t>Los archivos de configuración en </a:t>
            </a:r>
            <a:r>
              <a:rPr lang="es-ES" sz="2000" b="0" i="1" strike="noStrike" spc="-1">
                <a:solidFill>
                  <a:srgbClr val="000000"/>
                </a:solidFill>
                <a:latin typeface="Arial"/>
                <a:ea typeface="DejaVu Sans"/>
              </a:rPr>
              <a:t>/etc/</a:t>
            </a:r>
            <a:r>
              <a:rPr lang="es-ES" sz="2000" b="1" i="1" strike="noStrike" spc="-1">
                <a:solidFill>
                  <a:srgbClr val="000000"/>
                </a:solidFill>
                <a:latin typeface="Arial"/>
                <a:ea typeface="DejaVu Sans"/>
              </a:rPr>
              <a:t>apache2</a:t>
            </a:r>
            <a:r>
              <a:rPr lang="es-ES" sz="2000" b="0" strike="noStrike" spc="-1">
                <a:solidFill>
                  <a:srgbClr val="000000"/>
                </a:solidFill>
                <a:latin typeface="Arial"/>
                <a:ea typeface="DejaVu Sans"/>
              </a:rPr>
              <a:t>.</a:t>
            </a:r>
            <a:endParaRPr lang="es-ES" sz="2000" b="0" strike="noStrike" spc="-1">
              <a:latin typeface="Arial"/>
            </a:endParaRPr>
          </a:p>
          <a:p>
            <a:pPr marL="743040" lvl="1" indent="-284760" algn="just">
              <a:lnSpc>
                <a:spcPct val="100000"/>
              </a:lnSpc>
              <a:spcBef>
                <a:spcPts val="400"/>
              </a:spcBef>
              <a:buClr>
                <a:srgbClr val="000000"/>
              </a:buClr>
              <a:buFont typeface="Symbol"/>
              <a:buChar char=""/>
            </a:pPr>
            <a:r>
              <a:rPr lang="es-ES" sz="2000" b="0" strike="noStrike" spc="-1">
                <a:solidFill>
                  <a:srgbClr val="000000"/>
                </a:solidFill>
                <a:latin typeface="Arial"/>
                <a:ea typeface="DejaVu Sans"/>
              </a:rPr>
              <a:t>El usuario </a:t>
            </a:r>
            <a:r>
              <a:rPr lang="es-ES" sz="2000" b="1" strike="noStrike" spc="-1">
                <a:solidFill>
                  <a:srgbClr val="000000"/>
                </a:solidFill>
                <a:latin typeface="Arial"/>
                <a:ea typeface="DejaVu Sans"/>
              </a:rPr>
              <a:t>www-data</a:t>
            </a:r>
            <a:r>
              <a:rPr lang="es-ES" sz="2000" b="0" strike="noStrike" spc="-1">
                <a:solidFill>
                  <a:srgbClr val="000000"/>
                </a:solidFill>
                <a:latin typeface="Arial"/>
                <a:ea typeface="DejaVu Sans"/>
              </a:rPr>
              <a:t> que se añade al grupo </a:t>
            </a:r>
            <a:r>
              <a:rPr lang="es-ES" sz="2000" b="1" strike="noStrike" spc="-1">
                <a:solidFill>
                  <a:srgbClr val="000000"/>
                </a:solidFill>
                <a:latin typeface="Arial"/>
                <a:ea typeface="DejaVu Sans"/>
              </a:rPr>
              <a:t>www-data</a:t>
            </a:r>
            <a:r>
              <a:rPr lang="es-ES" sz="2000" b="0" strike="noStrike" spc="-1">
                <a:solidFill>
                  <a:srgbClr val="000000"/>
                </a:solidFill>
                <a:latin typeface="Arial"/>
                <a:ea typeface="DejaVu Sans"/>
              </a:rPr>
              <a:t>. Son el usuario y el grupo con el que se ejecutan los procesos de Apache que se encargan de atender peticiones.</a:t>
            </a:r>
            <a:endParaRPr lang="es-ES" sz="2000" b="0" strike="noStrike" spc="-1">
              <a:latin typeface="Arial"/>
            </a:endParaRPr>
          </a:p>
          <a:p>
            <a:pPr marL="743040" lvl="1" indent="-284760" algn="just">
              <a:lnSpc>
                <a:spcPct val="100000"/>
              </a:lnSpc>
              <a:spcBef>
                <a:spcPts val="400"/>
              </a:spcBef>
              <a:buClr>
                <a:srgbClr val="000000"/>
              </a:buClr>
              <a:buFont typeface="Symbol"/>
              <a:buChar char=""/>
            </a:pPr>
            <a:r>
              <a:rPr lang="es-ES" sz="2000" b="0" strike="noStrike" spc="-1">
                <a:solidFill>
                  <a:srgbClr val="000000"/>
                </a:solidFill>
                <a:latin typeface="Arial"/>
                <a:ea typeface="DejaVu Sans"/>
              </a:rPr>
              <a:t>El directorio /var/</a:t>
            </a:r>
            <a:r>
              <a:rPr lang="es-ES" sz="2000" b="1" strike="noStrike" spc="-1">
                <a:solidFill>
                  <a:srgbClr val="000000"/>
                </a:solidFill>
                <a:latin typeface="Arial"/>
                <a:ea typeface="DejaVu Sans"/>
              </a:rPr>
              <a:t>www/html</a:t>
            </a:r>
            <a:r>
              <a:rPr lang="es-ES" sz="2000" b="0" strike="noStrike" spc="-1">
                <a:solidFill>
                  <a:srgbClr val="000000"/>
                </a:solidFill>
                <a:latin typeface="Arial"/>
                <a:ea typeface="DejaVu Sans"/>
              </a:rPr>
              <a:t>. Es el directorio raíz del servidor por defecto. Su propietario es </a:t>
            </a:r>
            <a:r>
              <a:rPr lang="es-ES" sz="2000" b="0" i="1" strike="noStrike" spc="-1">
                <a:solidFill>
                  <a:srgbClr val="000000"/>
                </a:solidFill>
                <a:latin typeface="Arial"/>
                <a:ea typeface="DejaVu Sans"/>
              </a:rPr>
              <a:t>root</a:t>
            </a:r>
            <a:r>
              <a:rPr lang="es-ES" sz="2000" b="0" strike="noStrike" spc="-1">
                <a:solidFill>
                  <a:srgbClr val="000000"/>
                </a:solidFill>
                <a:latin typeface="Arial"/>
                <a:ea typeface="DejaVu Sans"/>
              </a:rPr>
              <a:t> y su grupo es </a:t>
            </a:r>
            <a:r>
              <a:rPr lang="es-ES" sz="2000" b="0" i="1" strike="noStrike" spc="-1">
                <a:solidFill>
                  <a:srgbClr val="000000"/>
                </a:solidFill>
                <a:latin typeface="Arial"/>
                <a:ea typeface="DejaVu Sans"/>
              </a:rPr>
              <a:t>root</a:t>
            </a:r>
            <a:r>
              <a:rPr lang="es-ES" sz="2000" b="0" strike="noStrike" spc="-1">
                <a:solidFill>
                  <a:srgbClr val="000000"/>
                </a:solidFill>
                <a:latin typeface="Arial"/>
                <a:ea typeface="DejaVu Sans"/>
              </a:rPr>
              <a:t>. En esta carpeta ya hay un archivo </a:t>
            </a:r>
            <a:r>
              <a:rPr lang="es-ES" sz="2000" b="0" i="1" strike="noStrike" spc="-1">
                <a:solidFill>
                  <a:srgbClr val="000000"/>
                </a:solidFill>
                <a:latin typeface="Arial"/>
                <a:ea typeface="DejaVu Sans"/>
              </a:rPr>
              <a:t>index.html</a:t>
            </a:r>
            <a:r>
              <a:rPr lang="es-ES" sz="2000" b="0" strike="noStrike" spc="-1">
                <a:solidFill>
                  <a:srgbClr val="000000"/>
                </a:solidFill>
                <a:latin typeface="Arial"/>
                <a:ea typeface="DejaVu Sans"/>
              </a:rPr>
              <a:t>.</a:t>
            </a:r>
            <a:endParaRPr lang="es-ES" sz="2000" b="0" strike="noStrike" spc="-1">
              <a:latin typeface="Arial"/>
            </a:endParaRPr>
          </a:p>
          <a:p>
            <a:pPr marL="743040" indent="-284760">
              <a:lnSpc>
                <a:spcPct val="100000"/>
              </a:lnSpc>
              <a:spcBef>
                <a:spcPts val="400"/>
              </a:spcBef>
            </a:pPr>
            <a:endParaRPr lang="es-ES" sz="2000" b="0" strike="noStrike" spc="-1">
              <a:latin typeface="Arial"/>
            </a:endParaRPr>
          </a:p>
          <a:p>
            <a:pPr marL="457200" indent="-456120" algn="just">
              <a:lnSpc>
                <a:spcPct val="100000"/>
              </a:lnSpc>
              <a:spcBef>
                <a:spcPts val="479"/>
              </a:spcBef>
            </a:pPr>
            <a:endParaRPr lang="es-ES" sz="2000" b="0" strike="noStrike" spc="-1">
              <a:latin typeface="Arial"/>
            </a:endParaRPr>
          </a:p>
        </p:txBody>
      </p:sp>
      <p:sp>
        <p:nvSpPr>
          <p:cNvPr id="12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2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3288C6A-000F-46E0-BDA2-56FFA2C62F6D}" type="slidenum">
              <a:rPr lang="es-ES" sz="1200" b="0" i="1" strike="noStrike" spc="-1">
                <a:solidFill>
                  <a:srgbClr val="91E614"/>
                </a:solidFill>
                <a:latin typeface="Century Gothic"/>
                <a:ea typeface="DejaVu Sans"/>
              </a:rPr>
              <a:t>9</a:t>
            </a:fld>
            <a:endParaRPr lang="es-ES" sz="1200" b="0" strike="noStrike" spc="-1">
              <a:latin typeface="Arial"/>
            </a:endParaRPr>
          </a:p>
        </p:txBody>
      </p:sp>
      <p:pic>
        <p:nvPicPr>
          <p:cNvPr id="127" name="Picture 2"/>
          <p:cNvPicPr/>
          <p:nvPr/>
        </p:nvPicPr>
        <p:blipFill>
          <a:blip r:embed="rId3"/>
          <a:stretch/>
        </p:blipFill>
        <p:spPr>
          <a:xfrm>
            <a:off x="1187640" y="3861000"/>
            <a:ext cx="7710480" cy="26812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INICIO/PARADA DEL SERVIDOR </a:t>
            </a:r>
            <a:endParaRPr lang="es-ES" sz="3400" b="0" strike="noStrike" spc="-1">
              <a:latin typeface="Arial"/>
            </a:endParaRPr>
          </a:p>
        </p:txBody>
      </p:sp>
      <p:sp>
        <p:nvSpPr>
          <p:cNvPr id="129"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Cada que vez que cambien los ficheros de configuración  para que se apliquen los cambios hay que:</a:t>
            </a:r>
            <a:endParaRPr lang="es-ES" sz="3200" b="0" strike="noStrike" spc="-1">
              <a:latin typeface="Arial"/>
            </a:endParaRPr>
          </a:p>
          <a:p>
            <a:pPr marL="343080" indent="-342000">
              <a:lnSpc>
                <a:spcPct val="100000"/>
              </a:lnSpc>
              <a:spcBef>
                <a:spcPts val="641"/>
              </a:spcBef>
              <a:buClr>
                <a:srgbClr val="000000"/>
              </a:buClr>
              <a:buFont typeface="Arial"/>
              <a:buChar char="•"/>
            </a:pPr>
            <a:r>
              <a:rPr lang="es-ES" sz="3200" b="0" strike="noStrike" spc="-1">
                <a:solidFill>
                  <a:srgbClr val="000000"/>
                </a:solidFill>
                <a:latin typeface="Arial"/>
                <a:ea typeface="DejaVu Sans"/>
              </a:rPr>
              <a:t>Parar/iniciar el servidor.</a:t>
            </a:r>
            <a:endParaRPr lang="es-ES" sz="3200" b="0" strike="noStrike" spc="-1">
              <a:latin typeface="Arial"/>
            </a:endParaRPr>
          </a:p>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O indicarle que lea de nuevo los ficheros de configuración.</a:t>
            </a:r>
            <a:endParaRPr lang="es-ES" sz="3200" b="0" strike="noStrike" spc="-1">
              <a:latin typeface="Arial"/>
            </a:endParaRPr>
          </a:p>
        </p:txBody>
      </p:sp>
      <p:sp>
        <p:nvSpPr>
          <p:cNvPr id="13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3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3D6A73B-3CA6-4BC0-8E35-C9A97686C96D}" type="slidenum">
              <a:rPr lang="es-ES" sz="1200" b="0" i="1" strike="noStrike" spc="-1">
                <a:solidFill>
                  <a:srgbClr val="91E614"/>
                </a:solidFill>
                <a:latin typeface="Century Gothic"/>
                <a:ea typeface="DejaVu Sans"/>
              </a:rPr>
              <a:t>10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INICIO/PARADA DEL SERVIDOR </a:t>
            </a:r>
            <a:r>
              <a:rPr lang="es-ES" sz="3400" b="0" strike="noStrike" spc="-1">
                <a:solidFill>
                  <a:srgbClr val="66FF33"/>
                </a:solidFill>
                <a:latin typeface="Century Gothic"/>
                <a:ea typeface="DejaVu Sans"/>
              </a:rPr>
              <a:t>(Debian/Ubuntu)</a:t>
            </a:r>
            <a:endParaRPr lang="es-ES" sz="3400" b="0" strike="noStrike" spc="-1">
              <a:latin typeface="Arial"/>
            </a:endParaRPr>
          </a:p>
        </p:txBody>
      </p:sp>
      <p:sp>
        <p:nvSpPr>
          <p:cNvPr id="133"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buClr>
                <a:srgbClr val="FF0000"/>
              </a:buClr>
              <a:buFont typeface="Symbol"/>
              <a:buChar char=""/>
            </a:pPr>
            <a:r>
              <a:rPr lang="es-ES" sz="3600" b="1" strike="noStrike" spc="-1">
                <a:solidFill>
                  <a:srgbClr val="FF0000"/>
                </a:solidFill>
                <a:latin typeface="Arial"/>
                <a:ea typeface="DejaVu Sans"/>
              </a:rPr>
              <a:t>Inicio (varias posibilidades):</a:t>
            </a:r>
            <a:endParaRPr lang="es-ES" sz="36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service apache2 start</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/etc/init.d/ apache2 start</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apachectl start</a:t>
            </a:r>
            <a:endParaRPr lang="es-ES" sz="3200" b="0" strike="noStrike" spc="-1">
              <a:latin typeface="Arial"/>
            </a:endParaRPr>
          </a:p>
          <a:p>
            <a:pPr marL="343080" indent="-342000">
              <a:lnSpc>
                <a:spcPct val="100000"/>
              </a:lnSpc>
              <a:spcBef>
                <a:spcPts val="720"/>
              </a:spcBef>
              <a:buClr>
                <a:srgbClr val="FF0000"/>
              </a:buClr>
              <a:buFont typeface="Symbol"/>
              <a:buChar char=""/>
            </a:pPr>
            <a:r>
              <a:rPr lang="es-ES" sz="3600" b="1" strike="noStrike" spc="-1">
                <a:solidFill>
                  <a:srgbClr val="FF0000"/>
                </a:solidFill>
                <a:latin typeface="Arial"/>
                <a:ea typeface="DejaVu Sans"/>
              </a:rPr>
              <a:t>Parada (varias posibilidades):</a:t>
            </a:r>
            <a:endParaRPr lang="es-ES" sz="36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service apache2 stop</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/etc/init.d/ apache2 stop</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apachectl stop</a:t>
            </a:r>
            <a:endParaRPr lang="es-ES" sz="3200" b="0" strike="noStrike" spc="-1">
              <a:latin typeface="Arial"/>
            </a:endParaRPr>
          </a:p>
        </p:txBody>
      </p:sp>
      <p:sp>
        <p:nvSpPr>
          <p:cNvPr id="13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3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505E059-D537-45BF-AE2E-7D8F1F219472}" type="slidenum">
              <a:rPr lang="es-ES" sz="1200" b="0" i="1" strike="noStrike" spc="-1">
                <a:solidFill>
                  <a:srgbClr val="91E614"/>
                </a:solidFill>
                <a:latin typeface="Century Gothic"/>
                <a:ea typeface="DejaVu Sans"/>
              </a:rPr>
              <a:t>11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INICIO/PARADA DEL SERVIDOR</a:t>
            </a:r>
            <a:r>
              <a:rPr lang="es-ES" sz="3400" b="0" strike="noStrike" spc="-1">
                <a:solidFill>
                  <a:srgbClr val="66FF33"/>
                </a:solidFill>
                <a:latin typeface="Century Gothic"/>
                <a:ea typeface="DejaVu Sans"/>
              </a:rPr>
              <a:t> (Debian/Ubuntu)</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137"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buClr>
                <a:srgbClr val="FF0000"/>
              </a:buClr>
              <a:buFont typeface="Symbol"/>
              <a:buChar char=""/>
            </a:pPr>
            <a:r>
              <a:rPr lang="es-ES" sz="3600" b="1" strike="noStrike" spc="-1">
                <a:solidFill>
                  <a:srgbClr val="FF0000"/>
                </a:solidFill>
                <a:latin typeface="Arial"/>
                <a:ea typeface="DejaVu Sans"/>
              </a:rPr>
              <a:t>Reinicio (varias posibilidades):</a:t>
            </a:r>
            <a:endParaRPr lang="es-ES" sz="36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service apache2 restart</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/etc/init.d/ apache2 restart</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apachectl restart</a:t>
            </a:r>
            <a:endParaRPr lang="es-ES" sz="3200" b="0" strike="noStrike" spc="-1">
              <a:latin typeface="Arial"/>
            </a:endParaRPr>
          </a:p>
          <a:p>
            <a:pPr marL="343080" indent="-342000" algn="just">
              <a:lnSpc>
                <a:spcPct val="100000"/>
              </a:lnSpc>
              <a:spcBef>
                <a:spcPts val="641"/>
              </a:spcBef>
              <a:buClr>
                <a:srgbClr val="FF0000"/>
              </a:buClr>
              <a:buFont typeface="Symbol"/>
              <a:buChar char=""/>
            </a:pPr>
            <a:r>
              <a:rPr lang="es-ES" sz="3200" b="1" strike="noStrike" spc="-1">
                <a:solidFill>
                  <a:srgbClr val="FF0000"/>
                </a:solidFill>
                <a:latin typeface="Arial"/>
                <a:ea typeface="DejaVu Sans"/>
              </a:rPr>
              <a:t>Leer de nuevo los ficheros (varias posibilidades):</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service apache2 reload</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t>
            </a:r>
            <a:r>
              <a:rPr lang="es-ES" sz="3200" b="1" strike="noStrike" spc="-1">
                <a:solidFill>
                  <a:srgbClr val="000000"/>
                </a:solidFill>
                <a:latin typeface="Arial"/>
                <a:ea typeface="DejaVu Sans"/>
              </a:rPr>
              <a:t>sudo /etc/init.d/ apache2 reload</a:t>
            </a:r>
            <a:endParaRPr lang="es-ES" sz="3200" b="0" strike="noStrike" spc="-1">
              <a:latin typeface="Arial"/>
            </a:endParaRPr>
          </a:p>
        </p:txBody>
      </p:sp>
      <p:sp>
        <p:nvSpPr>
          <p:cNvPr id="13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3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5603169-313B-4AAC-B315-E866E34F3354}" type="slidenum">
              <a:rPr lang="es-ES" sz="1200" b="0" i="1" strike="noStrike" spc="-1">
                <a:solidFill>
                  <a:srgbClr val="91E614"/>
                </a:solidFill>
                <a:latin typeface="Century Gothic"/>
                <a:ea typeface="DejaVu Sans"/>
              </a:rPr>
              <a:t>12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SERVIDOR “PRINCIPAL” Y SERVIDORES VIRTUALES</a:t>
            </a:r>
            <a:endParaRPr lang="es-ES" sz="3400" b="0" strike="noStrike" spc="-1">
              <a:latin typeface="Arial"/>
            </a:endParaRPr>
          </a:p>
        </p:txBody>
      </p:sp>
      <p:sp>
        <p:nvSpPr>
          <p:cNvPr id="141"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01"/>
              </a:spcBef>
              <a:buClr>
                <a:srgbClr val="000000"/>
              </a:buClr>
              <a:buFont typeface="Symbol"/>
              <a:buChar char=""/>
            </a:pPr>
            <a:r>
              <a:rPr lang="es-ES" sz="3000" b="0" strike="noStrike" spc="-1">
                <a:solidFill>
                  <a:srgbClr val="000000"/>
                </a:solidFill>
                <a:latin typeface="Arial"/>
                <a:ea typeface="DejaVu Sans"/>
              </a:rPr>
              <a:t>Linux (Debian/Ubuntu)</a:t>
            </a:r>
            <a:endParaRPr lang="es-ES" sz="3000" b="0" strike="noStrike" spc="-1">
              <a:latin typeface="Arial"/>
            </a:endParaRPr>
          </a:p>
          <a:p>
            <a:pPr marL="743040" lvl="1" indent="-284760" algn="just">
              <a:lnSpc>
                <a:spcPct val="100000"/>
              </a:lnSpc>
              <a:spcBef>
                <a:spcPts val="601"/>
              </a:spcBef>
              <a:buClr>
                <a:srgbClr val="000000"/>
              </a:buClr>
              <a:buFont typeface="Courier New"/>
              <a:buChar char="o"/>
            </a:pPr>
            <a:r>
              <a:rPr lang="es-ES" sz="3000" b="0" strike="noStrike" spc="-1">
                <a:solidFill>
                  <a:srgbClr val="000000"/>
                </a:solidFill>
                <a:latin typeface="Arial"/>
                <a:ea typeface="DejaVu Sans"/>
              </a:rPr>
              <a:t>La versión precompilada para Debian/Ubuntu tiene habilitados servidores virtuales.</a:t>
            </a:r>
            <a:endParaRPr lang="es-ES" sz="3000" b="0" strike="noStrike" spc="-1">
              <a:latin typeface="Arial"/>
            </a:endParaRPr>
          </a:p>
          <a:p>
            <a:pPr marL="743040" lvl="1" indent="-284760" algn="just">
              <a:lnSpc>
                <a:spcPct val="100000"/>
              </a:lnSpc>
              <a:spcBef>
                <a:spcPts val="601"/>
              </a:spcBef>
              <a:buClr>
                <a:srgbClr val="000000"/>
              </a:buClr>
              <a:buFont typeface="Courier New"/>
              <a:buChar char="o"/>
            </a:pPr>
            <a:r>
              <a:rPr lang="es-ES" sz="3000" b="0" strike="noStrike" spc="-1">
                <a:solidFill>
                  <a:srgbClr val="000000"/>
                </a:solidFill>
                <a:latin typeface="Arial"/>
                <a:ea typeface="DejaVu Sans"/>
              </a:rPr>
              <a:t>Tiene creado y habilitado un servidor virtual por defecto (default).</a:t>
            </a:r>
            <a:endParaRPr lang="es-ES" sz="3000" b="0" strike="noStrike" spc="-1">
              <a:latin typeface="Arial"/>
            </a:endParaRPr>
          </a:p>
        </p:txBody>
      </p:sp>
      <p:sp>
        <p:nvSpPr>
          <p:cNvPr id="14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4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0F8D119-36F4-4000-9FD3-A18B554D6B9B}" type="slidenum">
              <a:rPr lang="es-ES" sz="1200" b="0" i="1" strike="noStrike" spc="-1">
                <a:solidFill>
                  <a:srgbClr val="91E614"/>
                </a:solidFill>
                <a:latin typeface="Century Gothic"/>
                <a:ea typeface="DejaVu Sans"/>
              </a:rPr>
              <a:t>13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FICHEROS DE CONFIGURACIÓN</a:t>
            </a:r>
            <a:r>
              <a:rPr lang="es-ES" sz="3400" b="0" strike="noStrike" spc="-1">
                <a:solidFill>
                  <a:srgbClr val="66FF33"/>
                </a:solidFill>
                <a:latin typeface="Century Gothic"/>
                <a:ea typeface="DejaVu Sans"/>
              </a:rPr>
              <a:t> (Debian/Ubuntu)</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145"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000000"/>
                </a:solidFill>
                <a:latin typeface="Arial"/>
                <a:ea typeface="DejaVu Sans"/>
              </a:rPr>
              <a:t>Los archivos de configuración de apache2 contienen las llamadas directivas de configuración y se encuentran en el directorio </a:t>
            </a:r>
            <a:r>
              <a:rPr lang="es-ES" sz="2800" b="1" i="1" strike="noStrike" spc="-1">
                <a:solidFill>
                  <a:srgbClr val="000000"/>
                </a:solidFill>
                <a:latin typeface="Arial"/>
                <a:ea typeface="DejaVu Sans"/>
              </a:rPr>
              <a:t>/etc/apache2</a:t>
            </a:r>
            <a:r>
              <a:rPr lang="es-ES" sz="2800" b="0" i="1" strike="noStrike" spc="-1">
                <a:solidFill>
                  <a:srgbClr val="000000"/>
                </a:solidFill>
                <a:latin typeface="Arial"/>
                <a:ea typeface="DejaVu Sans"/>
              </a:rPr>
              <a:t>.</a:t>
            </a:r>
            <a:endParaRPr lang="es-ES" sz="2800" b="0" strike="noStrike" spc="-1">
              <a:latin typeface="Arial"/>
            </a:endParaRPr>
          </a:p>
          <a:p>
            <a:pPr algn="just">
              <a:lnSpc>
                <a:spcPct val="100000"/>
              </a:lnSpc>
              <a:spcBef>
                <a:spcPts val="479"/>
              </a:spcBef>
            </a:pPr>
            <a:endParaRPr lang="es-ES" sz="2800" b="0" strike="noStrike" spc="-1">
              <a:latin typeface="Arial"/>
            </a:endParaRPr>
          </a:p>
          <a:p>
            <a:pPr algn="just">
              <a:lnSpc>
                <a:spcPct val="100000"/>
              </a:lnSpc>
              <a:spcBef>
                <a:spcPts val="479"/>
              </a:spcBef>
            </a:pPr>
            <a:endParaRPr lang="es-ES" sz="2800" b="0" strike="noStrike" spc="-1">
              <a:latin typeface="Arial"/>
            </a:endParaRPr>
          </a:p>
          <a:p>
            <a:pPr algn="just">
              <a:lnSpc>
                <a:spcPct val="100000"/>
              </a:lnSpc>
              <a:spcBef>
                <a:spcPts val="479"/>
              </a:spcBef>
            </a:pPr>
            <a:endParaRPr lang="es-ES" sz="2800" b="0" strike="noStrike" spc="-1">
              <a:latin typeface="Arial"/>
            </a:endParaRPr>
          </a:p>
        </p:txBody>
      </p:sp>
      <p:sp>
        <p:nvSpPr>
          <p:cNvPr id="14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4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F4899B97-3033-4BD9-8514-0DE5EFA553C6}" type="slidenum">
              <a:rPr lang="es-ES" sz="1200" b="0" i="1" strike="noStrike" spc="-1">
                <a:solidFill>
                  <a:srgbClr val="91E614"/>
                </a:solidFill>
                <a:latin typeface="Century Gothic"/>
                <a:ea typeface="DejaVu Sans"/>
              </a:rPr>
              <a:t>14</a:t>
            </a:fld>
            <a:endParaRPr lang="es-ES" sz="1200" b="0" strike="noStrike" spc="-1">
              <a:latin typeface="Arial"/>
            </a:endParaRPr>
          </a:p>
        </p:txBody>
      </p:sp>
      <p:pic>
        <p:nvPicPr>
          <p:cNvPr id="148" name="Picture 2"/>
          <p:cNvPicPr/>
          <p:nvPr/>
        </p:nvPicPr>
        <p:blipFill>
          <a:blip r:embed="rId3"/>
          <a:stretch/>
        </p:blipFill>
        <p:spPr>
          <a:xfrm>
            <a:off x="395640" y="2530800"/>
            <a:ext cx="8621640" cy="22600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FICHEROS DE CONFIGURACIÓN</a:t>
            </a:r>
            <a:r>
              <a:rPr lang="es-ES" sz="3400" b="0" strike="noStrike" spc="-1">
                <a:solidFill>
                  <a:srgbClr val="66FF33"/>
                </a:solidFill>
                <a:latin typeface="Century Gothic"/>
                <a:ea typeface="DejaVu Sans"/>
              </a:rPr>
              <a:t> (Debian/Ubuntu)</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150"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720"/>
              </a:spcBef>
            </a:pPr>
            <a:r>
              <a:rPr lang="es-ES" sz="3600" b="1" strike="noStrike" spc="-1">
                <a:solidFill>
                  <a:srgbClr val="000000"/>
                </a:solidFill>
                <a:latin typeface="Arial"/>
                <a:ea typeface="DejaVu Sans"/>
              </a:rPr>
              <a:t>/etc/apache2/apache2.conf</a:t>
            </a:r>
            <a:endParaRPr lang="es-ES" sz="3600" b="0" strike="noStrike" spc="-1">
              <a:latin typeface="Arial"/>
            </a:endParaRPr>
          </a:p>
          <a:p>
            <a:pPr algn="just">
              <a:lnSpc>
                <a:spcPct val="100000"/>
              </a:lnSpc>
              <a:spcBef>
                <a:spcPts val="641"/>
              </a:spcBef>
            </a:pPr>
            <a:r>
              <a:rPr lang="es-ES" sz="3200" b="0" strike="noStrike" spc="-1">
                <a:solidFill>
                  <a:srgbClr val="000000"/>
                </a:solidFill>
                <a:latin typeface="Arial"/>
                <a:ea typeface="DejaVu Sans"/>
              </a:rPr>
              <a:t>Es el fichero de configuración principal e incluye las directivas principales del servidor. Al final del archivo y mediante la orden </a:t>
            </a:r>
            <a:r>
              <a:rPr lang="es-ES" sz="3200" b="1" i="1" strike="noStrike" spc="-1">
                <a:solidFill>
                  <a:srgbClr val="000000"/>
                </a:solidFill>
                <a:latin typeface="Arial"/>
                <a:ea typeface="DejaVu Sans"/>
              </a:rPr>
              <a:t>include</a:t>
            </a:r>
            <a:r>
              <a:rPr lang="es-ES" sz="3200" b="0" strike="noStrike" spc="-1">
                <a:solidFill>
                  <a:srgbClr val="000000"/>
                </a:solidFill>
                <a:latin typeface="Arial"/>
                <a:ea typeface="DejaVu Sans"/>
              </a:rPr>
              <a:t> se le indica a Apache que debe cargar otros ficheros de configuración donde se encuentra la configuración de otros componentes.</a:t>
            </a:r>
            <a:endParaRPr lang="es-ES" sz="3200" b="0" strike="noStrike" spc="-1">
              <a:latin typeface="Arial"/>
            </a:endParaRPr>
          </a:p>
          <a:p>
            <a:pPr algn="just">
              <a:lnSpc>
                <a:spcPct val="100000"/>
              </a:lnSpc>
              <a:spcBef>
                <a:spcPts val="479"/>
              </a:spcBef>
            </a:pPr>
            <a:endParaRPr lang="es-ES" sz="3200" b="0" strike="noStrike" spc="-1">
              <a:latin typeface="Arial"/>
            </a:endParaRPr>
          </a:p>
          <a:p>
            <a:pPr algn="just">
              <a:lnSpc>
                <a:spcPct val="100000"/>
              </a:lnSpc>
              <a:spcBef>
                <a:spcPts val="479"/>
              </a:spcBef>
            </a:pPr>
            <a:endParaRPr lang="es-ES" sz="3200" b="0" strike="noStrike" spc="-1">
              <a:latin typeface="Arial"/>
            </a:endParaRPr>
          </a:p>
        </p:txBody>
      </p:sp>
      <p:sp>
        <p:nvSpPr>
          <p:cNvPr id="15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5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83FAA43-16A2-4CD2-A431-FAE14CA08D1C}" type="slidenum">
              <a:rPr lang="es-ES" sz="1200" b="0" i="1" strike="noStrike" spc="-1">
                <a:solidFill>
                  <a:srgbClr val="91E614"/>
                </a:solidFill>
                <a:latin typeface="Century Gothic"/>
                <a:ea typeface="DejaVu Sans"/>
              </a:rPr>
              <a:t>15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FICHEROS DE CONFIGURACIÓN</a:t>
            </a:r>
            <a:r>
              <a:rPr lang="es-ES" sz="3400" b="0" strike="noStrike" spc="-1">
                <a:solidFill>
                  <a:srgbClr val="66FF33"/>
                </a:solidFill>
                <a:latin typeface="Century Gothic"/>
                <a:ea typeface="DejaVu Sans"/>
              </a:rPr>
              <a:t> (Debian/Ubuntu)</a:t>
            </a:r>
            <a:endParaRPr lang="es-ES" sz="3400" b="0" strike="noStrike" spc="-1">
              <a:latin typeface="Arial"/>
            </a:endParaRPr>
          </a:p>
        </p:txBody>
      </p:sp>
      <p:sp>
        <p:nvSpPr>
          <p:cNvPr id="154"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1" strike="noStrike" spc="-1">
                <a:solidFill>
                  <a:srgbClr val="000000"/>
                </a:solidFill>
                <a:latin typeface="Arial"/>
                <a:ea typeface="DejaVu Sans"/>
              </a:rPr>
              <a:t>/etc/apache2/ports.conf</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Incluido en apache2.conf. En este fichero se establecen las direcciones IP y los puertos por los que escucha el servidor. En la instalación que hemos llevado a cabo se establece que se escuche en el puerto </a:t>
            </a:r>
            <a:r>
              <a:rPr lang="es-ES" sz="2400" b="1" strike="noStrike" spc="-1">
                <a:solidFill>
                  <a:srgbClr val="000000"/>
                </a:solidFill>
                <a:latin typeface="Arial"/>
                <a:ea typeface="DejaVu Sans"/>
              </a:rPr>
              <a:t>80</a:t>
            </a:r>
            <a:r>
              <a:rPr lang="es-ES" sz="2400" b="0" strike="noStrike" spc="-1">
                <a:solidFill>
                  <a:srgbClr val="000000"/>
                </a:solidFill>
                <a:latin typeface="Arial"/>
                <a:ea typeface="DejaVu Sans"/>
              </a:rPr>
              <a:t> (http por defecto) y en caso de que activemos el protocolo SSL se usaría el puerto </a:t>
            </a:r>
            <a:r>
              <a:rPr lang="es-ES" sz="2400" b="1" strike="noStrike" spc="-1">
                <a:solidFill>
                  <a:srgbClr val="000000"/>
                </a:solidFill>
                <a:latin typeface="Arial"/>
                <a:ea typeface="DejaVu Sans"/>
              </a:rPr>
              <a:t>443</a:t>
            </a:r>
            <a:r>
              <a:rPr lang="es-ES" sz="2400" b="0" strike="noStrike" spc="-1">
                <a:solidFill>
                  <a:srgbClr val="000000"/>
                </a:solidFill>
                <a:latin typeface="Arial"/>
                <a:ea typeface="DejaVu Sans"/>
              </a:rPr>
              <a:t>.</a:t>
            </a:r>
            <a:endParaRPr lang="es-ES" sz="2400" b="0" strike="noStrike" spc="-1">
              <a:latin typeface="Arial"/>
            </a:endParaRPr>
          </a:p>
          <a:p>
            <a:pPr algn="just">
              <a:lnSpc>
                <a:spcPct val="100000"/>
              </a:lnSpc>
              <a:spcBef>
                <a:spcPts val="479"/>
              </a:spcBef>
            </a:pP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/etc/apache2/envvars</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Fichero que se utiliza para configurar las variables de entorno del 	servidor.</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p:txBody>
      </p:sp>
      <p:sp>
        <p:nvSpPr>
          <p:cNvPr id="15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5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308AE5E-F1EE-4A93-B2AB-7F8EC74980DD}" type="slidenum">
              <a:rPr lang="es-ES" sz="1200" b="0" i="1" strike="noStrike" spc="-1">
                <a:solidFill>
                  <a:srgbClr val="91E614"/>
                </a:solidFill>
                <a:latin typeface="Century Gothic"/>
                <a:ea typeface="DejaVu Sans"/>
              </a:rPr>
              <a:t>16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FICHEROS DE CONFIGURACIÓN</a:t>
            </a:r>
            <a:r>
              <a:rPr lang="es-ES" sz="3400" b="0" strike="noStrike" spc="-1">
                <a:solidFill>
                  <a:srgbClr val="66FF33"/>
                </a:solidFill>
                <a:latin typeface="Century Gothic"/>
                <a:ea typeface="DejaVu Sans"/>
              </a:rPr>
              <a:t> (Debian/Ubuntu)</a:t>
            </a:r>
            <a:endParaRPr lang="es-ES" sz="3400" b="0" strike="noStrike" spc="-1">
              <a:latin typeface="Arial"/>
            </a:endParaRPr>
          </a:p>
        </p:txBody>
      </p:sp>
      <p:sp>
        <p:nvSpPr>
          <p:cNvPr id="158"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1" strike="noStrike" spc="-1">
                <a:solidFill>
                  <a:srgbClr val="000000"/>
                </a:solidFill>
                <a:latin typeface="Arial"/>
                <a:ea typeface="DejaVu Sans"/>
              </a:rPr>
              <a:t>/etc/apache2/mods-available/</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En este directorio se incluyen los módulos disponibles.</a:t>
            </a:r>
            <a:endParaRPr lang="es-ES" sz="2400" b="0" strike="noStrike" spc="-1">
              <a:latin typeface="Arial"/>
            </a:endParaRPr>
          </a:p>
          <a:p>
            <a:pPr>
              <a:lnSpc>
                <a:spcPct val="100000"/>
              </a:lnSpc>
              <a:spcBef>
                <a:spcPts val="479"/>
              </a:spcBef>
            </a:pP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/etc/apache2/mods-enabled/</a:t>
            </a:r>
            <a:endParaRPr lang="es-ES" sz="2400" b="0" strike="noStrike" spc="-1">
              <a:latin typeface="Arial"/>
            </a:endParaRPr>
          </a:p>
          <a:p>
            <a:pPr algn="just">
              <a:lnSpc>
                <a:spcPct val="100000"/>
              </a:lnSpc>
              <a:spcBef>
                <a:spcPts val="439"/>
              </a:spcBef>
            </a:pPr>
            <a:r>
              <a:rPr lang="es-ES" sz="2200" b="0" strike="noStrike" spc="-1">
                <a:solidFill>
                  <a:srgbClr val="000000"/>
                </a:solidFill>
                <a:latin typeface="Arial"/>
                <a:ea typeface="DejaVu Sans"/>
              </a:rPr>
              <a:t>En este directorio se incluyen los módulos habilitados. Son realmente enlaces simbólicos a los ficheros de </a:t>
            </a:r>
            <a:r>
              <a:rPr lang="es-ES" sz="2200" b="0" i="1" strike="noStrike" spc="-1">
                <a:solidFill>
                  <a:srgbClr val="000000"/>
                </a:solidFill>
                <a:latin typeface="Arial"/>
                <a:ea typeface="DejaVu Sans"/>
              </a:rPr>
              <a:t>mods-available</a:t>
            </a:r>
            <a:r>
              <a:rPr lang="es-ES" sz="2200" b="0" strike="noStrike" spc="-1">
                <a:solidFill>
                  <a:srgbClr val="000000"/>
                </a:solidFill>
                <a:latin typeface="Arial"/>
                <a:ea typeface="DejaVu Sans"/>
              </a:rPr>
              <a:t>.</a:t>
            </a:r>
            <a:endParaRPr lang="es-ES" sz="2200" b="0" strike="noStrike" spc="-1">
              <a:latin typeface="Arial"/>
            </a:endParaRPr>
          </a:p>
          <a:p>
            <a:pPr algn="just">
              <a:lnSpc>
                <a:spcPct val="100000"/>
              </a:lnSpc>
              <a:spcBef>
                <a:spcPts val="479"/>
              </a:spcBef>
            </a:pPr>
            <a:endParaRPr lang="es-ES" sz="2200" b="0" strike="noStrike" spc="-1">
              <a:latin typeface="Arial"/>
            </a:endParaRPr>
          </a:p>
        </p:txBody>
      </p:sp>
      <p:sp>
        <p:nvSpPr>
          <p:cNvPr id="15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6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15FEE0D-962E-4754-BE7E-EFECF7F7E44A}" type="slidenum">
              <a:rPr lang="es-ES" sz="1200" b="0" i="1" strike="noStrike" spc="-1">
                <a:solidFill>
                  <a:srgbClr val="91E614"/>
                </a:solidFill>
                <a:latin typeface="Century Gothic"/>
                <a:ea typeface="DejaVu Sans"/>
              </a:rPr>
              <a:t>17</a:t>
            </a:fld>
            <a:endParaRPr lang="es-ES" sz="1200" b="0" strike="noStrike" spc="-1">
              <a:latin typeface="Arial"/>
            </a:endParaRPr>
          </a:p>
        </p:txBody>
      </p:sp>
      <p:pic>
        <p:nvPicPr>
          <p:cNvPr id="161" name="Picture 2"/>
          <p:cNvPicPr/>
          <p:nvPr/>
        </p:nvPicPr>
        <p:blipFill>
          <a:blip r:embed="rId3"/>
          <a:stretch/>
        </p:blipFill>
        <p:spPr>
          <a:xfrm>
            <a:off x="395640" y="3645000"/>
            <a:ext cx="8297280" cy="26280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FICHEROS DE CONFIGURACIÓN</a:t>
            </a:r>
            <a:r>
              <a:rPr lang="es-ES" sz="3400" b="0" strike="noStrike" spc="-1">
                <a:solidFill>
                  <a:srgbClr val="66FF33"/>
                </a:solidFill>
                <a:latin typeface="Century Gothic"/>
                <a:ea typeface="DejaVu Sans"/>
              </a:rPr>
              <a:t> (Debian/Ubuntu)</a:t>
            </a:r>
            <a:endParaRPr lang="es-ES" sz="3400" b="0" strike="noStrike" spc="-1">
              <a:latin typeface="Arial"/>
            </a:endParaRPr>
          </a:p>
        </p:txBody>
      </p:sp>
      <p:sp>
        <p:nvSpPr>
          <p:cNvPr id="163"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1" strike="noStrike" spc="-1">
                <a:solidFill>
                  <a:srgbClr val="000000"/>
                </a:solidFill>
                <a:latin typeface="Arial"/>
                <a:ea typeface="DejaVu Sans"/>
              </a:rPr>
              <a:t>/etc/apache2/sites-available/</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En este directorio se incluyen el fichero </a:t>
            </a:r>
            <a:r>
              <a:rPr lang="es-ES" sz="2400" b="1" strike="noStrike" spc="-1">
                <a:solidFill>
                  <a:srgbClr val="000000"/>
                </a:solidFill>
                <a:latin typeface="Arial"/>
                <a:ea typeface="DejaVu Sans"/>
              </a:rPr>
              <a:t>000-default.conf</a:t>
            </a:r>
            <a:r>
              <a:rPr lang="es-ES" sz="2400" b="0" strike="noStrike" spc="-1">
                <a:solidFill>
                  <a:srgbClr val="000000"/>
                </a:solidFill>
                <a:latin typeface="Arial"/>
                <a:ea typeface="DejaVu Sans"/>
              </a:rPr>
              <a:t> con la configuración del servidor virtual por defecto.</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/etc/apache2/sites-enabled/</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Contiene el fichero </a:t>
            </a:r>
            <a:r>
              <a:rPr lang="es-ES" sz="2400" b="1" strike="noStrike" spc="-1">
                <a:solidFill>
                  <a:srgbClr val="000000"/>
                </a:solidFill>
                <a:latin typeface="Arial"/>
                <a:ea typeface="DejaVu Sans"/>
              </a:rPr>
              <a:t>000-default </a:t>
            </a:r>
            <a:r>
              <a:rPr lang="es-ES" sz="2400" b="0" strike="noStrike" spc="-1">
                <a:solidFill>
                  <a:srgbClr val="000000"/>
                </a:solidFill>
                <a:latin typeface="Arial"/>
                <a:ea typeface="DejaVu Sans"/>
              </a:rPr>
              <a:t>que es un enlace al fichero </a:t>
            </a:r>
            <a:r>
              <a:rPr lang="es-ES" sz="2400" b="0" i="1" strike="noStrike" spc="-1">
                <a:solidFill>
                  <a:srgbClr val="000000"/>
                </a:solidFill>
                <a:latin typeface="Arial"/>
                <a:ea typeface="DejaVu Sans"/>
              </a:rPr>
              <a:t>000-default.conf </a:t>
            </a:r>
            <a:r>
              <a:rPr lang="es-ES" sz="2400" b="0" strike="noStrike" spc="-1">
                <a:solidFill>
                  <a:srgbClr val="000000"/>
                </a:solidFill>
                <a:latin typeface="Arial"/>
                <a:ea typeface="DejaVu Sans"/>
              </a:rPr>
              <a:t>del directorio </a:t>
            </a:r>
            <a:r>
              <a:rPr lang="es-ES" sz="2400" b="0" i="1" strike="noStrike" spc="-1">
                <a:solidFill>
                  <a:srgbClr val="000000"/>
                </a:solidFill>
                <a:latin typeface="Arial"/>
                <a:ea typeface="DejaVu Sans"/>
              </a:rPr>
              <a:t>sites-available</a:t>
            </a:r>
            <a:r>
              <a:rPr lang="es-ES" sz="2400" b="0" strike="noStrike" spc="-1">
                <a:solidFill>
                  <a:srgbClr val="000000"/>
                </a:solidFill>
                <a:latin typeface="Arial"/>
                <a:ea typeface="DejaVu Sans"/>
              </a:rPr>
              <a:t>.</a:t>
            </a:r>
            <a:endParaRPr lang="es-ES" sz="2400" b="0" strike="noStrike" spc="-1">
              <a:latin typeface="Arial"/>
            </a:endParaRPr>
          </a:p>
        </p:txBody>
      </p:sp>
      <p:sp>
        <p:nvSpPr>
          <p:cNvPr id="16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6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60C3CA7-F515-4AAB-9ADC-54C99DF72AC1}" type="slidenum">
              <a:rPr lang="es-ES" sz="1200" b="0" i="1" strike="noStrike" spc="-1">
                <a:solidFill>
                  <a:srgbClr val="91E614"/>
                </a:solidFill>
                <a:latin typeface="Century Gothic"/>
                <a:ea typeface="DejaVu Sans"/>
              </a:rPr>
              <a:t>18</a:t>
            </a:fld>
            <a:endParaRPr lang="es-ES" sz="1200" b="0" strike="noStrike" spc="-1">
              <a:latin typeface="Arial"/>
            </a:endParaRPr>
          </a:p>
        </p:txBody>
      </p:sp>
      <p:pic>
        <p:nvPicPr>
          <p:cNvPr id="166" name="Picture 3"/>
          <p:cNvPicPr/>
          <p:nvPr/>
        </p:nvPicPr>
        <p:blipFill>
          <a:blip r:embed="rId3"/>
          <a:stretch/>
        </p:blipFill>
        <p:spPr>
          <a:xfrm>
            <a:off x="188640" y="4720680"/>
            <a:ext cx="8685720" cy="441720"/>
          </a:xfrm>
          <a:prstGeom prst="rect">
            <a:avLst/>
          </a:prstGeom>
          <a:ln>
            <a:noFill/>
          </a:ln>
        </p:spPr>
      </p:pic>
      <p:pic>
        <p:nvPicPr>
          <p:cNvPr id="167" name="Picture 1"/>
          <p:cNvPicPr/>
          <p:nvPr/>
        </p:nvPicPr>
        <p:blipFill>
          <a:blip r:embed="rId4"/>
          <a:stretch/>
        </p:blipFill>
        <p:spPr>
          <a:xfrm>
            <a:off x="395640" y="2421000"/>
            <a:ext cx="8481600" cy="4946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169"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Se definen en los ficheros de configuración.</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Las directivas no especificadas utilizan su valor por defecto.</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Comentarios -&gt; #</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Muchas directivas.</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Puedes consultar las directivas en: </a:t>
            </a:r>
            <a:endParaRPr lang="es-ES" sz="2800" b="0" strike="noStrike" spc="-1">
              <a:latin typeface="Arial"/>
            </a:endParaRPr>
          </a:p>
          <a:p>
            <a:pPr marL="343080" indent="-342000">
              <a:lnSpc>
                <a:spcPct val="100000"/>
              </a:lnSpc>
              <a:spcBef>
                <a:spcPts val="519"/>
              </a:spcBef>
            </a:pPr>
            <a:r>
              <a:rPr lang="es-ES" sz="2600" b="1" strike="noStrike" spc="-1">
                <a:solidFill>
                  <a:srgbClr val="000000"/>
                </a:solidFill>
                <a:latin typeface="Arial"/>
                <a:ea typeface="DejaVu Sans"/>
              </a:rPr>
              <a:t>http://httpd.apache.org/docs/2.2/mod/directives.html</a:t>
            </a:r>
            <a:endParaRPr lang="es-ES" sz="2600" b="0" strike="noStrike" spc="-1">
              <a:latin typeface="Arial"/>
            </a:endParaRPr>
          </a:p>
          <a:p>
            <a:pPr algn="just">
              <a:lnSpc>
                <a:spcPct val="100000"/>
              </a:lnSpc>
              <a:spcBef>
                <a:spcPts val="479"/>
              </a:spcBef>
            </a:pPr>
            <a:endParaRPr lang="es-ES" sz="2600" b="0" strike="noStrike" spc="-1">
              <a:latin typeface="Arial"/>
            </a:endParaRPr>
          </a:p>
          <a:p>
            <a:pPr marL="343080" indent="-342000">
              <a:lnSpc>
                <a:spcPct val="100000"/>
              </a:lnSpc>
              <a:spcBef>
                <a:spcPts val="479"/>
              </a:spcBef>
            </a:pPr>
            <a:endParaRPr lang="es-ES" sz="2600" b="0" strike="noStrike" spc="-1">
              <a:latin typeface="Arial"/>
            </a:endParaRPr>
          </a:p>
        </p:txBody>
      </p:sp>
      <p:sp>
        <p:nvSpPr>
          <p:cNvPr id="17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7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116BF6C-5E43-4010-96CE-10EE1D7FC004}" type="slidenum">
              <a:rPr lang="es-ES" sz="1200" b="0" i="1" strike="noStrike" spc="-1">
                <a:solidFill>
                  <a:srgbClr val="91E614"/>
                </a:solidFill>
                <a:latin typeface="Century Gothic"/>
                <a:ea typeface="DejaVu Sans"/>
              </a:rPr>
              <a:t>19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173"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dirty="0">
                <a:solidFill>
                  <a:srgbClr val="000000"/>
                </a:solidFill>
                <a:latin typeface="Arial"/>
                <a:ea typeface="DejaVu Sans"/>
              </a:rPr>
              <a:t>Algunas de las que usaremos:</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err="1">
                <a:solidFill>
                  <a:srgbClr val="000000"/>
                </a:solidFill>
                <a:latin typeface="Arial"/>
                <a:ea typeface="DejaVu Sans"/>
              </a:rPr>
              <a:t>ServerName</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err="1">
                <a:solidFill>
                  <a:srgbClr val="000000"/>
                </a:solidFill>
                <a:latin typeface="Arial"/>
                <a:ea typeface="DejaVu Sans"/>
              </a:rPr>
              <a:t>DocumentRoot</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err="1">
                <a:solidFill>
                  <a:srgbClr val="000000"/>
                </a:solidFill>
                <a:latin typeface="Arial"/>
                <a:ea typeface="DejaVu Sans"/>
              </a:rPr>
              <a:t>DirectoryIndex</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a:solidFill>
                  <a:srgbClr val="000000"/>
                </a:solidFill>
                <a:latin typeface="Arial"/>
                <a:ea typeface="DejaVu Sans"/>
              </a:rPr>
              <a:t>&lt;</a:t>
            </a:r>
            <a:r>
              <a:rPr lang="es-ES" sz="2800" b="1" strike="noStrike" spc="-1" dirty="0" err="1">
                <a:solidFill>
                  <a:srgbClr val="000000"/>
                </a:solidFill>
                <a:latin typeface="Arial"/>
                <a:ea typeface="DejaVu Sans"/>
              </a:rPr>
              <a:t>Directory</a:t>
            </a:r>
            <a:r>
              <a:rPr lang="es-ES" sz="2800" b="1" strike="noStrike" spc="-1" dirty="0">
                <a:solidFill>
                  <a:srgbClr val="000000"/>
                </a:solidFill>
                <a:latin typeface="Arial"/>
                <a:ea typeface="DejaVu Sans"/>
              </a:rPr>
              <a:t> … &gt; </a:t>
            </a:r>
            <a:r>
              <a:rPr lang="es-ES" sz="2800" b="0" strike="noStrike" spc="-1" dirty="0">
                <a:solidFill>
                  <a:srgbClr val="000000"/>
                </a:solidFill>
                <a:latin typeface="Arial"/>
                <a:ea typeface="DejaVu Sans"/>
              </a:rPr>
              <a:t>… </a:t>
            </a:r>
            <a:r>
              <a:rPr lang="es-ES" sz="2800" b="1" strike="noStrike" spc="-1" dirty="0">
                <a:solidFill>
                  <a:srgbClr val="000000"/>
                </a:solidFill>
                <a:latin typeface="Arial"/>
                <a:ea typeface="DejaVu Sans"/>
              </a:rPr>
              <a:t>&lt;/</a:t>
            </a:r>
            <a:r>
              <a:rPr lang="es-ES" sz="2800" b="1" strike="noStrike" spc="-1" dirty="0" err="1">
                <a:solidFill>
                  <a:srgbClr val="000000"/>
                </a:solidFill>
                <a:latin typeface="Arial"/>
                <a:ea typeface="DejaVu Sans"/>
              </a:rPr>
              <a:t>Directory</a:t>
            </a:r>
            <a:r>
              <a:rPr lang="es-ES" sz="2800" b="1" strike="noStrike" spc="-1" dirty="0">
                <a:solidFill>
                  <a:srgbClr val="000000"/>
                </a:solidFill>
                <a:latin typeface="Arial"/>
                <a:ea typeface="DejaVu Sans"/>
              </a:rPr>
              <a:t>&gt;</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err="1">
                <a:solidFill>
                  <a:srgbClr val="000000"/>
                </a:solidFill>
                <a:latin typeface="Arial"/>
                <a:ea typeface="DejaVu Sans"/>
              </a:rPr>
              <a:t>Options</a:t>
            </a:r>
            <a:r>
              <a:rPr lang="es-ES" sz="2800" b="1" strike="noStrike" spc="-1" dirty="0">
                <a:solidFill>
                  <a:srgbClr val="000000"/>
                </a:solidFill>
                <a:latin typeface="Arial"/>
                <a:ea typeface="DejaVu Sans"/>
              </a:rPr>
              <a:t> Indexes </a:t>
            </a:r>
            <a:r>
              <a:rPr lang="es-ES" sz="2800" b="1" strike="noStrike" spc="-1" dirty="0" err="1">
                <a:solidFill>
                  <a:srgbClr val="000000"/>
                </a:solidFill>
                <a:latin typeface="Arial"/>
                <a:ea typeface="DejaVu Sans"/>
              </a:rPr>
              <a:t>All</a:t>
            </a:r>
            <a:r>
              <a:rPr lang="es-ES" sz="2800" b="1" strike="noStrike" spc="-1" dirty="0">
                <a:solidFill>
                  <a:srgbClr val="000000"/>
                </a:solidFill>
                <a:latin typeface="Arial"/>
                <a:ea typeface="DejaVu Sans"/>
              </a:rPr>
              <a:t> </a:t>
            </a:r>
            <a:r>
              <a:rPr lang="es-ES" sz="2800" b="1" strike="noStrike" spc="-1" dirty="0" err="1">
                <a:solidFill>
                  <a:srgbClr val="000000"/>
                </a:solidFill>
                <a:latin typeface="Arial"/>
                <a:ea typeface="DejaVu Sans"/>
              </a:rPr>
              <a:t>None</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err="1">
                <a:solidFill>
                  <a:srgbClr val="000000"/>
                </a:solidFill>
                <a:latin typeface="Arial"/>
                <a:ea typeface="DejaVu Sans"/>
              </a:rPr>
              <a:t>ErrorLog</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a:solidFill>
                  <a:srgbClr val="000000"/>
                </a:solidFill>
                <a:latin typeface="Arial"/>
                <a:ea typeface="DejaVu Sans"/>
              </a:rPr>
              <a:t>Alias</a:t>
            </a:r>
            <a:endParaRPr lang="es-ES" sz="28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err="1">
                <a:solidFill>
                  <a:srgbClr val="000000"/>
                </a:solidFill>
                <a:latin typeface="Arial"/>
                <a:ea typeface="DejaVu Sans"/>
              </a:rPr>
              <a:t>LoadModule</a:t>
            </a:r>
            <a:endParaRPr lang="es-ES" sz="2800" b="0" strike="noStrike" spc="-1" dirty="0">
              <a:latin typeface="Arial"/>
            </a:endParaRPr>
          </a:p>
        </p:txBody>
      </p:sp>
      <p:sp>
        <p:nvSpPr>
          <p:cNvPr id="17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7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5780E34-A6FD-4C8C-9BE8-A60FA302A6BD}" type="slidenum">
              <a:rPr lang="es-ES" sz="1200" b="0" i="1" strike="noStrike" spc="-1">
                <a:solidFill>
                  <a:srgbClr val="91E614"/>
                </a:solidFill>
                <a:latin typeface="Century Gothic"/>
                <a:ea typeface="DejaVu Sans"/>
              </a:rPr>
              <a:t>20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177"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1" strike="noStrike" spc="-1">
                <a:solidFill>
                  <a:srgbClr val="FF0000"/>
                </a:solidFill>
                <a:latin typeface="Arial"/>
                <a:ea typeface="DejaVu Sans"/>
              </a:rPr>
              <a:t>Nombre del servidor web</a:t>
            </a:r>
            <a:endParaRPr lang="es-ES" sz="2400" b="0" strike="noStrike" spc="-1">
              <a:latin typeface="Arial"/>
            </a:endParaRPr>
          </a:p>
          <a:p>
            <a:pPr>
              <a:lnSpc>
                <a:spcPct val="100000"/>
              </a:lnSpc>
              <a:spcBef>
                <a:spcPts val="561"/>
              </a:spcBef>
            </a:pPr>
            <a:r>
              <a:rPr lang="es-ES" sz="2800" b="1" strike="noStrike" spc="-1">
                <a:solidFill>
                  <a:srgbClr val="000000"/>
                </a:solidFill>
                <a:latin typeface="Arial"/>
                <a:ea typeface="DejaVu Sans"/>
              </a:rPr>
              <a:t>ServerName</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Es el nombre que se escribe en el navegador para solicitar la página. Por ejemplo: </a:t>
            </a: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ServerName   www.ciudadescolar.com</a:t>
            </a: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marL="343080" indent="-342000">
              <a:lnSpc>
                <a:spcPct val="100000"/>
              </a:lnSpc>
              <a:spcBef>
                <a:spcPts val="561"/>
              </a:spcBef>
            </a:pPr>
            <a:endParaRPr lang="es-ES" sz="2800" b="0" strike="noStrike" spc="-1">
              <a:latin typeface="Arial"/>
            </a:endParaRPr>
          </a:p>
        </p:txBody>
      </p:sp>
      <p:sp>
        <p:nvSpPr>
          <p:cNvPr id="17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7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842ED99-D014-42B1-8D3F-40157CED125A}" type="slidenum">
              <a:rPr lang="es-ES" sz="1200" b="0" i="1" strike="noStrike" spc="-1">
                <a:solidFill>
                  <a:srgbClr val="91E614"/>
                </a:solidFill>
                <a:latin typeface="Century Gothic"/>
                <a:ea typeface="DejaVu Sans"/>
              </a:rPr>
              <a:t>21</a:t>
            </a:fld>
            <a:endParaRPr lang="es-ES" sz="1200" b="0" strike="noStrike" spc="-1">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181"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561"/>
              </a:spcBef>
            </a:pPr>
            <a:r>
              <a:rPr lang="es-ES" sz="2400" b="1" strike="noStrike" spc="-1">
                <a:solidFill>
                  <a:srgbClr val="FF0000"/>
                </a:solidFill>
                <a:latin typeface="Arial"/>
                <a:ea typeface="DejaVu Sans"/>
              </a:rPr>
              <a:t>Directorio donde se almacenan las páginas del sitio  web </a:t>
            </a:r>
            <a:r>
              <a:rPr lang="es-ES" sz="2800" b="1" strike="noStrike" spc="-1">
                <a:solidFill>
                  <a:srgbClr val="000000"/>
                </a:solidFill>
                <a:latin typeface="Arial"/>
                <a:ea typeface="DejaVu Sans"/>
              </a:rPr>
              <a:t>DocumentRoot</a:t>
            </a:r>
            <a:endParaRPr lang="es-ES" sz="2800" b="0" strike="noStrike" spc="-1">
              <a:latin typeface="Arial"/>
            </a:endParaRPr>
          </a:p>
          <a:p>
            <a:pPr marL="343080" indent="-342000">
              <a:lnSpc>
                <a:spcPct val="100000"/>
              </a:lnSpc>
              <a:spcBef>
                <a:spcPts val="479"/>
              </a:spcBef>
            </a:pPr>
            <a:r>
              <a:rPr lang="es-ES" sz="2400" b="1" strike="noStrike" spc="-1">
                <a:solidFill>
                  <a:srgbClr val="000000"/>
                </a:solidFill>
                <a:latin typeface="Arial"/>
                <a:ea typeface="DejaVu Sans"/>
              </a:rPr>
              <a:t>/etc/apache2/sites-available/000-default.conf</a:t>
            </a:r>
            <a:endParaRPr lang="es-ES" sz="2400" b="0" strike="noStrike" spc="-1">
              <a:latin typeface="Arial"/>
            </a:endParaRPr>
          </a:p>
          <a:p>
            <a:pPr>
              <a:lnSpc>
                <a:spcPct val="100000"/>
              </a:lnSpc>
              <a:spcBef>
                <a:spcPts val="561"/>
              </a:spcBef>
            </a:pPr>
            <a:endParaRPr lang="es-ES" sz="2400" b="0" strike="noStrike" spc="-1">
              <a:latin typeface="Arial"/>
            </a:endParaRPr>
          </a:p>
          <a:p>
            <a:pPr>
              <a:lnSpc>
                <a:spcPct val="100000"/>
              </a:lnSpc>
              <a:spcBef>
                <a:spcPts val="561"/>
              </a:spcBef>
            </a:pPr>
            <a:endParaRPr lang="es-ES" sz="2400" b="0" strike="noStrike" spc="-1">
              <a:latin typeface="Arial"/>
            </a:endParaRPr>
          </a:p>
          <a:p>
            <a:pPr>
              <a:lnSpc>
                <a:spcPct val="100000"/>
              </a:lnSpc>
              <a:spcBef>
                <a:spcPts val="561"/>
              </a:spcBef>
            </a:pPr>
            <a:endParaRPr lang="es-ES" sz="2400" b="0" strike="noStrike" spc="-1">
              <a:latin typeface="Arial"/>
            </a:endParaRPr>
          </a:p>
          <a:p>
            <a:pPr>
              <a:lnSpc>
                <a:spcPct val="100000"/>
              </a:lnSpc>
              <a:spcBef>
                <a:spcPts val="561"/>
              </a:spcBef>
            </a:pPr>
            <a:endParaRPr lang="es-ES" sz="2400" b="0" strike="noStrike" spc="-1">
              <a:latin typeface="Arial"/>
            </a:endParaRPr>
          </a:p>
          <a:p>
            <a:pPr>
              <a:lnSpc>
                <a:spcPct val="100000"/>
              </a:lnSpc>
              <a:spcBef>
                <a:spcPts val="561"/>
              </a:spcBef>
            </a:pPr>
            <a:endParaRPr lang="es-ES" sz="2400" b="0" strike="noStrike" spc="-1">
              <a:latin typeface="Arial"/>
            </a:endParaRPr>
          </a:p>
          <a:p>
            <a:pPr>
              <a:lnSpc>
                <a:spcPct val="100000"/>
              </a:lnSpc>
              <a:spcBef>
                <a:spcPts val="561"/>
              </a:spcBef>
            </a:pPr>
            <a:endParaRPr lang="es-ES" sz="2400" b="0" strike="noStrike" spc="-1">
              <a:latin typeface="Arial"/>
            </a:endParaRPr>
          </a:p>
          <a:p>
            <a:pPr>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p:txBody>
      </p:sp>
      <p:sp>
        <p:nvSpPr>
          <p:cNvPr id="18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8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20A1DE2-68A4-4A85-86E0-8F434D20B969}" type="slidenum">
              <a:rPr lang="es-ES" sz="1200" b="0" i="1" strike="noStrike" spc="-1">
                <a:solidFill>
                  <a:srgbClr val="91E614"/>
                </a:solidFill>
                <a:latin typeface="Century Gothic"/>
                <a:ea typeface="DejaVu Sans"/>
              </a:rPr>
              <a:t>22</a:t>
            </a:fld>
            <a:endParaRPr lang="es-ES" sz="1200" b="0" strike="noStrike" spc="-1">
              <a:latin typeface="Arial"/>
            </a:endParaRPr>
          </a:p>
        </p:txBody>
      </p:sp>
      <p:pic>
        <p:nvPicPr>
          <p:cNvPr id="184" name="Picture 2"/>
          <p:cNvPicPr/>
          <p:nvPr/>
        </p:nvPicPr>
        <p:blipFill>
          <a:blip r:embed="rId3"/>
          <a:stretch/>
        </p:blipFill>
        <p:spPr>
          <a:xfrm>
            <a:off x="323640" y="2493000"/>
            <a:ext cx="8621640" cy="2072520"/>
          </a:xfrm>
          <a:prstGeom prst="rect">
            <a:avLst/>
          </a:prstGeom>
          <a:ln w="9360">
            <a:solidFill>
              <a:srgbClr val="FF0000"/>
            </a:solidFill>
            <a:miter/>
          </a:ln>
        </p:spPr>
      </p:pic>
      <p:sp>
        <p:nvSpPr>
          <p:cNvPr id="185" name="CustomShape 5"/>
          <p:cNvSpPr/>
          <p:nvPr/>
        </p:nvSpPr>
        <p:spPr>
          <a:xfrm>
            <a:off x="1187640" y="2925000"/>
            <a:ext cx="3167280" cy="502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187"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479"/>
              </a:spcBef>
            </a:pPr>
            <a:r>
              <a:rPr lang="es-ES" sz="2400" b="0" strike="noStrike" spc="-1" dirty="0">
                <a:solidFill>
                  <a:srgbClr val="FF0000"/>
                </a:solidFill>
                <a:latin typeface="Arial"/>
                <a:ea typeface="DejaVu Sans"/>
              </a:rPr>
              <a:t>Ficheros a servir por defecto</a:t>
            </a:r>
            <a:endParaRPr lang="es-ES" sz="2400" b="0" strike="noStrike" spc="-1" dirty="0">
              <a:latin typeface="Arial"/>
            </a:endParaRPr>
          </a:p>
          <a:p>
            <a:pPr marL="343080" indent="-342000">
              <a:lnSpc>
                <a:spcPct val="100000"/>
              </a:lnSpc>
              <a:spcBef>
                <a:spcPts val="479"/>
              </a:spcBef>
              <a:buClr>
                <a:srgbClr val="000000"/>
              </a:buClr>
              <a:buFont typeface="Symbol"/>
              <a:buChar char=""/>
            </a:pPr>
            <a:r>
              <a:rPr lang="es-ES" sz="2400" b="1" strike="noStrike" spc="-1" dirty="0" err="1">
                <a:solidFill>
                  <a:srgbClr val="000000"/>
                </a:solidFill>
                <a:latin typeface="Arial"/>
                <a:ea typeface="DejaVu Sans"/>
              </a:rPr>
              <a:t>DirectoryIndex</a:t>
            </a:r>
            <a:endParaRPr lang="es-ES" sz="2400" b="0" strike="noStrike" spc="-1" dirty="0">
              <a:latin typeface="Arial"/>
            </a:endParaRPr>
          </a:p>
          <a:p>
            <a:pPr marL="343080" indent="-342000">
              <a:lnSpc>
                <a:spcPct val="100000"/>
              </a:lnSpc>
              <a:spcBef>
                <a:spcPts val="561"/>
              </a:spcBef>
            </a:pPr>
            <a:r>
              <a:rPr lang="es-ES" sz="2800" b="1" strike="noStrike" spc="-1" dirty="0">
                <a:solidFill>
                  <a:srgbClr val="000000"/>
                </a:solidFill>
                <a:latin typeface="Arial"/>
                <a:ea typeface="DejaVu Sans"/>
              </a:rPr>
              <a:t>/</a:t>
            </a:r>
            <a:r>
              <a:rPr lang="es-ES" sz="2400" b="1" strike="noStrike" spc="-1" dirty="0" err="1">
                <a:solidFill>
                  <a:srgbClr val="000000"/>
                </a:solidFill>
                <a:latin typeface="Arial"/>
                <a:ea typeface="DejaVu Sans"/>
              </a:rPr>
              <a:t>etc</a:t>
            </a:r>
            <a:r>
              <a:rPr lang="es-ES" sz="2400" b="1" strike="noStrike" spc="-1" dirty="0">
                <a:solidFill>
                  <a:srgbClr val="000000"/>
                </a:solidFill>
                <a:latin typeface="Arial"/>
                <a:ea typeface="DejaVu Sans"/>
              </a:rPr>
              <a:t>/apache2/</a:t>
            </a:r>
            <a:r>
              <a:rPr lang="es-ES" sz="2400" b="1" strike="noStrike" spc="-1" dirty="0" err="1">
                <a:solidFill>
                  <a:srgbClr val="000000"/>
                </a:solidFill>
                <a:latin typeface="Arial"/>
                <a:ea typeface="DejaVu Sans"/>
              </a:rPr>
              <a:t>sites-available</a:t>
            </a:r>
            <a:r>
              <a:rPr lang="es-ES" sz="2400" b="1" strike="noStrike" spc="-1" dirty="0">
                <a:solidFill>
                  <a:srgbClr val="000000"/>
                </a:solidFill>
                <a:latin typeface="Arial"/>
                <a:ea typeface="DejaVu Sans"/>
              </a:rPr>
              <a:t>/000-default.conf</a:t>
            </a:r>
            <a:endParaRPr lang="es-ES" sz="2400" b="0" strike="noStrike" spc="-1" dirty="0">
              <a:latin typeface="Arial"/>
            </a:endParaRPr>
          </a:p>
          <a:p>
            <a:pPr>
              <a:lnSpc>
                <a:spcPct val="100000"/>
              </a:lnSpc>
              <a:spcBef>
                <a:spcPts val="561"/>
              </a:spcBef>
            </a:pPr>
            <a:endParaRPr lang="es-ES" sz="2400" b="0" strike="noStrike" spc="-1" dirty="0">
              <a:latin typeface="Arial"/>
            </a:endParaRPr>
          </a:p>
          <a:p>
            <a:pPr>
              <a:lnSpc>
                <a:spcPct val="100000"/>
              </a:lnSpc>
              <a:spcBef>
                <a:spcPts val="561"/>
              </a:spcBef>
            </a:pPr>
            <a:endParaRPr lang="es-ES" sz="2400" b="0" strike="noStrike" spc="-1" dirty="0">
              <a:latin typeface="Arial"/>
            </a:endParaRPr>
          </a:p>
          <a:p>
            <a:pPr>
              <a:lnSpc>
                <a:spcPct val="100000"/>
              </a:lnSpc>
              <a:spcBef>
                <a:spcPts val="561"/>
              </a:spcBef>
            </a:pPr>
            <a:endParaRPr lang="es-ES" sz="2400" b="0" strike="noStrike" spc="-1" dirty="0">
              <a:latin typeface="Arial"/>
            </a:endParaRPr>
          </a:p>
          <a:p>
            <a:pPr>
              <a:lnSpc>
                <a:spcPct val="100000"/>
              </a:lnSpc>
              <a:spcBef>
                <a:spcPts val="561"/>
              </a:spcBef>
            </a:pPr>
            <a:endParaRPr lang="es-ES" sz="2400" b="0" strike="noStrike" spc="-1" dirty="0">
              <a:latin typeface="Arial"/>
            </a:endParaRPr>
          </a:p>
          <a:p>
            <a:pPr algn="just">
              <a:lnSpc>
                <a:spcPct val="100000"/>
              </a:lnSpc>
              <a:spcBef>
                <a:spcPts val="320"/>
              </a:spcBef>
            </a:pPr>
            <a:r>
              <a:rPr lang="es-ES" sz="1600" b="0" strike="noStrike" spc="-1" dirty="0">
                <a:solidFill>
                  <a:srgbClr val="000000"/>
                </a:solidFill>
                <a:latin typeface="Arial"/>
                <a:ea typeface="DejaVu Sans"/>
              </a:rPr>
              <a:t>Normalmente se establece en el fichero /</a:t>
            </a:r>
            <a:r>
              <a:rPr lang="es-ES" sz="1600" b="0" strike="noStrike" spc="-1" dirty="0" err="1">
                <a:solidFill>
                  <a:srgbClr val="000000"/>
                </a:solidFill>
                <a:latin typeface="Arial"/>
                <a:ea typeface="DejaVu Sans"/>
              </a:rPr>
              <a:t>etc</a:t>
            </a:r>
            <a:r>
              <a:rPr lang="es-ES" sz="1600" b="0" strike="noStrike" spc="-1" dirty="0">
                <a:solidFill>
                  <a:srgbClr val="000000"/>
                </a:solidFill>
                <a:latin typeface="Arial"/>
                <a:ea typeface="DejaVu Sans"/>
              </a:rPr>
              <a:t>/apache2/</a:t>
            </a:r>
            <a:r>
              <a:rPr lang="es-ES" sz="1600" b="0" strike="noStrike" spc="-1" dirty="0" err="1">
                <a:solidFill>
                  <a:srgbClr val="000000"/>
                </a:solidFill>
                <a:latin typeface="Arial"/>
                <a:ea typeface="DejaVu Sans"/>
              </a:rPr>
              <a:t>mods_enabled</a:t>
            </a:r>
            <a:r>
              <a:rPr lang="es-ES" sz="1600" b="0" strike="noStrike" spc="-1" dirty="0">
                <a:solidFill>
                  <a:srgbClr val="000000"/>
                </a:solidFill>
                <a:latin typeface="Arial"/>
                <a:ea typeface="DejaVu Sans"/>
              </a:rPr>
              <a:t>/</a:t>
            </a:r>
            <a:r>
              <a:rPr lang="es-ES" sz="1600" b="1" strike="noStrike" spc="-1" dirty="0" err="1">
                <a:solidFill>
                  <a:srgbClr val="000000"/>
                </a:solidFill>
                <a:latin typeface="Arial"/>
                <a:ea typeface="DejaVu Sans"/>
              </a:rPr>
              <a:t>dir.conf</a:t>
            </a:r>
            <a:r>
              <a:rPr lang="es-ES" sz="1600" b="1" strike="noStrike" spc="-1" dirty="0">
                <a:solidFill>
                  <a:srgbClr val="000000"/>
                </a:solidFill>
                <a:latin typeface="Arial"/>
                <a:ea typeface="DejaVu Sans"/>
              </a:rPr>
              <a:t> </a:t>
            </a:r>
            <a:r>
              <a:rPr lang="es-ES" sz="1600" b="0" strike="noStrike" spc="-1" dirty="0">
                <a:solidFill>
                  <a:srgbClr val="000000"/>
                </a:solidFill>
                <a:latin typeface="Arial"/>
                <a:ea typeface="DejaVu Sans"/>
              </a:rPr>
              <a:t> y es heredada por todos los servidores virtuales.</a:t>
            </a:r>
            <a:endParaRPr lang="es-ES" sz="1600" b="0" strike="noStrike" spc="-1" dirty="0">
              <a:latin typeface="Arial"/>
            </a:endParaRPr>
          </a:p>
          <a:p>
            <a:pPr marL="343080" indent="-342000">
              <a:lnSpc>
                <a:spcPct val="100000"/>
              </a:lnSpc>
              <a:spcBef>
                <a:spcPts val="561"/>
              </a:spcBef>
            </a:pPr>
            <a:endParaRPr lang="es-ES" sz="1600" b="0" strike="noStrike" spc="-1" dirty="0">
              <a:latin typeface="Arial"/>
            </a:endParaRPr>
          </a:p>
        </p:txBody>
      </p:sp>
      <p:sp>
        <p:nvSpPr>
          <p:cNvPr id="18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8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E0382D8-07F2-49B7-A163-5D95C95C6899}" type="slidenum">
              <a:rPr lang="es-ES" sz="1200" b="0" i="1" strike="noStrike" spc="-1">
                <a:solidFill>
                  <a:srgbClr val="91E614"/>
                </a:solidFill>
                <a:latin typeface="Century Gothic"/>
                <a:ea typeface="DejaVu Sans"/>
              </a:rPr>
              <a:t>23</a:t>
            </a:fld>
            <a:endParaRPr lang="es-ES" sz="1200" b="0" strike="noStrike" spc="-1">
              <a:latin typeface="Arial"/>
            </a:endParaRPr>
          </a:p>
        </p:txBody>
      </p:sp>
      <p:pic>
        <p:nvPicPr>
          <p:cNvPr id="190" name="Picture 4"/>
          <p:cNvPicPr/>
          <p:nvPr/>
        </p:nvPicPr>
        <p:blipFill>
          <a:blip r:embed="rId3"/>
          <a:stretch/>
        </p:blipFill>
        <p:spPr>
          <a:xfrm>
            <a:off x="351720" y="2351630"/>
            <a:ext cx="8691840" cy="1808640"/>
          </a:xfrm>
          <a:prstGeom prst="rect">
            <a:avLst/>
          </a:prstGeom>
          <a:ln>
            <a:noFill/>
          </a:ln>
        </p:spPr>
      </p:pic>
      <p:sp>
        <p:nvSpPr>
          <p:cNvPr id="191" name="CustomShape 5"/>
          <p:cNvSpPr/>
          <p:nvPr/>
        </p:nvSpPr>
        <p:spPr>
          <a:xfrm>
            <a:off x="1753990" y="3321540"/>
            <a:ext cx="4456800" cy="214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pic>
        <p:nvPicPr>
          <p:cNvPr id="192" name="Picture 5"/>
          <p:cNvPicPr/>
          <p:nvPr/>
        </p:nvPicPr>
        <p:blipFill>
          <a:blip r:embed="rId4"/>
          <a:stretch/>
        </p:blipFill>
        <p:spPr>
          <a:xfrm>
            <a:off x="1753990" y="4822200"/>
            <a:ext cx="7009200" cy="1808640"/>
          </a:xfrm>
          <a:prstGeom prst="rect">
            <a:avLst/>
          </a:prstGeom>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194"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dirty="0">
                <a:solidFill>
                  <a:srgbClr val="FF0000"/>
                </a:solidFill>
                <a:latin typeface="Arial"/>
                <a:ea typeface="DejaVu Sans"/>
              </a:rPr>
              <a:t>Opciones sobre directorios</a:t>
            </a:r>
            <a:endParaRPr lang="es-ES" sz="2800" b="0" strike="noStrike" spc="-1" dirty="0">
              <a:latin typeface="Arial"/>
            </a:endParaRPr>
          </a:p>
          <a:p>
            <a:pPr marL="343080" indent="-342000">
              <a:lnSpc>
                <a:spcPct val="100000"/>
              </a:lnSpc>
              <a:spcBef>
                <a:spcPts val="479"/>
              </a:spcBef>
              <a:buClr>
                <a:srgbClr val="000000"/>
              </a:buClr>
              <a:buFont typeface="Symbol"/>
              <a:buChar char=""/>
            </a:pPr>
            <a:r>
              <a:rPr lang="es-ES" sz="2400" b="1" strike="noStrike" spc="-1" dirty="0">
                <a:solidFill>
                  <a:srgbClr val="000000"/>
                </a:solidFill>
                <a:latin typeface="Arial"/>
                <a:ea typeface="DejaVu Sans"/>
              </a:rPr>
              <a:t>&lt;</a:t>
            </a:r>
            <a:r>
              <a:rPr lang="es-ES" sz="2400" b="1" strike="noStrike" spc="-1" dirty="0" err="1">
                <a:solidFill>
                  <a:srgbClr val="000000"/>
                </a:solidFill>
                <a:latin typeface="Arial"/>
                <a:ea typeface="DejaVu Sans"/>
              </a:rPr>
              <a:t>Directory</a:t>
            </a:r>
            <a:r>
              <a:rPr lang="es-ES" sz="2400" b="1" strike="noStrike" spc="-1" dirty="0">
                <a:solidFill>
                  <a:srgbClr val="000000"/>
                </a:solidFill>
                <a:latin typeface="Arial"/>
                <a:ea typeface="DejaVu Sans"/>
              </a:rPr>
              <a:t>&gt; … &lt;/</a:t>
            </a:r>
            <a:r>
              <a:rPr lang="es-ES" sz="2400" b="1" strike="noStrike" spc="-1" dirty="0" err="1">
                <a:solidFill>
                  <a:srgbClr val="000000"/>
                </a:solidFill>
                <a:latin typeface="Arial"/>
                <a:ea typeface="DejaVu Sans"/>
              </a:rPr>
              <a:t>Directory</a:t>
            </a:r>
            <a:r>
              <a:rPr lang="es-ES" sz="2400" b="1" strike="noStrike" spc="-1" dirty="0">
                <a:solidFill>
                  <a:srgbClr val="000000"/>
                </a:solidFill>
                <a:latin typeface="Arial"/>
                <a:ea typeface="DejaVu Sans"/>
              </a:rPr>
              <a:t>&gt;</a:t>
            </a:r>
            <a:endParaRPr lang="es-ES" sz="2400" b="0" strike="noStrike" spc="-1" dirty="0">
              <a:latin typeface="Arial"/>
            </a:endParaRPr>
          </a:p>
          <a:p>
            <a:pPr marL="743040" lvl="1" indent="-284760">
              <a:lnSpc>
                <a:spcPct val="100000"/>
              </a:lnSpc>
              <a:spcBef>
                <a:spcPts val="479"/>
              </a:spcBef>
              <a:buClr>
                <a:srgbClr val="000000"/>
              </a:buClr>
              <a:buFont typeface="Symbol"/>
              <a:buChar char=""/>
            </a:pPr>
            <a:r>
              <a:rPr lang="es-ES" sz="2400" b="1" strike="noStrike" spc="-1" dirty="0" err="1">
                <a:solidFill>
                  <a:srgbClr val="000000"/>
                </a:solidFill>
                <a:latin typeface="Arial"/>
                <a:ea typeface="DejaVu Sans"/>
              </a:rPr>
              <a:t>Options</a:t>
            </a:r>
            <a:r>
              <a:rPr lang="es-ES" sz="2400" b="1" strike="noStrike" spc="-1" dirty="0">
                <a:solidFill>
                  <a:srgbClr val="000000"/>
                </a:solidFill>
                <a:latin typeface="Arial"/>
                <a:ea typeface="DejaVu Sans"/>
              </a:rPr>
              <a:t> Indexes </a:t>
            </a:r>
            <a:endParaRPr lang="es-ES" sz="2400" b="0" strike="noStrike" spc="-1" dirty="0">
              <a:latin typeface="Arial"/>
            </a:endParaRPr>
          </a:p>
          <a:p>
            <a:pPr marL="343080" indent="-342000">
              <a:lnSpc>
                <a:spcPct val="100000"/>
              </a:lnSpc>
              <a:spcBef>
                <a:spcPts val="479"/>
              </a:spcBef>
            </a:pPr>
            <a:r>
              <a:rPr lang="es-ES" sz="2400" b="1" strike="noStrike" spc="-1" dirty="0">
                <a:solidFill>
                  <a:srgbClr val="000000"/>
                </a:solidFill>
                <a:latin typeface="Arial"/>
                <a:ea typeface="DejaVu Sans"/>
              </a:rPr>
              <a:t>/</a:t>
            </a:r>
            <a:r>
              <a:rPr lang="es-ES" sz="2400" b="1" strike="noStrike" spc="-1" dirty="0" err="1">
                <a:solidFill>
                  <a:srgbClr val="000000"/>
                </a:solidFill>
                <a:latin typeface="Arial"/>
                <a:ea typeface="DejaVu Sans"/>
              </a:rPr>
              <a:t>etc</a:t>
            </a:r>
            <a:r>
              <a:rPr lang="es-ES" sz="2400" b="1" strike="noStrike" spc="-1" dirty="0">
                <a:solidFill>
                  <a:srgbClr val="000000"/>
                </a:solidFill>
                <a:latin typeface="Arial"/>
                <a:ea typeface="DejaVu Sans"/>
              </a:rPr>
              <a:t>/apache2/apache2.conf</a:t>
            </a: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gn="just">
              <a:lnSpc>
                <a:spcPct val="100000"/>
              </a:lnSpc>
              <a:spcBef>
                <a:spcPts val="561"/>
              </a:spcBef>
            </a:pPr>
            <a:r>
              <a:rPr lang="es-ES" sz="2800" b="1" strike="noStrike" spc="-1" dirty="0">
                <a:solidFill>
                  <a:srgbClr val="000000"/>
                </a:solidFill>
                <a:latin typeface="Arial"/>
                <a:ea typeface="DejaVu Sans"/>
              </a:rPr>
              <a:t>		</a:t>
            </a:r>
          </a:p>
          <a:p>
            <a:pPr marL="343080" indent="-342000" algn="just">
              <a:lnSpc>
                <a:spcPct val="100000"/>
              </a:lnSpc>
              <a:spcBef>
                <a:spcPts val="561"/>
              </a:spcBef>
            </a:pPr>
            <a:r>
              <a:rPr lang="es-ES" sz="2000" b="0" strike="noStrike" spc="-1" dirty="0">
                <a:solidFill>
                  <a:srgbClr val="000000"/>
                </a:solidFill>
                <a:latin typeface="Arial"/>
                <a:ea typeface="DejaVu Sans"/>
              </a:rPr>
              <a:t>Si en el directorio del sitio web no está el fichero por defecto, visualiza lista de archivos del directorio. Para lo contrario: </a:t>
            </a:r>
            <a:r>
              <a:rPr lang="es-ES" sz="2000" b="0" i="1" strike="noStrike" spc="-1" dirty="0">
                <a:solidFill>
                  <a:srgbClr val="000000"/>
                </a:solidFill>
                <a:latin typeface="Arial"/>
                <a:ea typeface="DejaVu Sans"/>
              </a:rPr>
              <a:t>-indexes</a:t>
            </a:r>
            <a:endParaRPr lang="es-ES" sz="2000" b="0" strike="noStrike" spc="-1" dirty="0">
              <a:latin typeface="Arial"/>
            </a:endParaRPr>
          </a:p>
          <a:p>
            <a:pPr>
              <a:lnSpc>
                <a:spcPct val="100000"/>
              </a:lnSpc>
              <a:spcBef>
                <a:spcPts val="561"/>
              </a:spcBef>
            </a:pPr>
            <a:endParaRPr lang="es-ES" sz="2000" b="0" strike="noStrike" spc="-1" dirty="0">
              <a:latin typeface="Arial"/>
            </a:endParaRPr>
          </a:p>
          <a:p>
            <a:pPr marL="343080" indent="-342000">
              <a:lnSpc>
                <a:spcPct val="100000"/>
              </a:lnSpc>
              <a:spcBef>
                <a:spcPts val="561"/>
              </a:spcBef>
            </a:pPr>
            <a:endParaRPr lang="es-ES" sz="2000" b="0" strike="noStrike" spc="-1" dirty="0">
              <a:latin typeface="Arial"/>
            </a:endParaRPr>
          </a:p>
          <a:p>
            <a:pPr marL="343080" indent="-342000">
              <a:lnSpc>
                <a:spcPct val="100000"/>
              </a:lnSpc>
              <a:spcBef>
                <a:spcPts val="561"/>
              </a:spcBef>
            </a:pPr>
            <a:endParaRPr lang="es-ES" sz="2000" b="0" strike="noStrike" spc="-1" dirty="0">
              <a:latin typeface="Arial"/>
            </a:endParaRPr>
          </a:p>
        </p:txBody>
      </p:sp>
      <p:sp>
        <p:nvSpPr>
          <p:cNvPr id="19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19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1C46903-D587-459E-9C80-A5649CE5A6BB}" type="slidenum">
              <a:rPr lang="es-ES" sz="1200" b="0" i="1" strike="noStrike" spc="-1">
                <a:solidFill>
                  <a:srgbClr val="91E614"/>
                </a:solidFill>
                <a:latin typeface="Century Gothic"/>
                <a:ea typeface="DejaVu Sans"/>
              </a:rPr>
              <a:t>24</a:t>
            </a:fld>
            <a:endParaRPr lang="es-ES" sz="1200" b="0" strike="noStrike" spc="-1">
              <a:latin typeface="Arial"/>
            </a:endParaRPr>
          </a:p>
        </p:txBody>
      </p:sp>
      <p:pic>
        <p:nvPicPr>
          <p:cNvPr id="197" name="Picture 3"/>
          <p:cNvPicPr/>
          <p:nvPr/>
        </p:nvPicPr>
        <p:blipFill>
          <a:blip r:embed="rId3"/>
          <a:stretch/>
        </p:blipFill>
        <p:spPr>
          <a:xfrm>
            <a:off x="295200" y="2853000"/>
            <a:ext cx="8551440" cy="2462400"/>
          </a:xfrm>
          <a:prstGeom prst="rect">
            <a:avLst/>
          </a:prstGeom>
          <a:ln>
            <a:noFill/>
          </a:ln>
        </p:spPr>
      </p:pic>
      <p:sp>
        <p:nvSpPr>
          <p:cNvPr id="198" name="CustomShape 5"/>
          <p:cNvSpPr/>
          <p:nvPr/>
        </p:nvSpPr>
        <p:spPr>
          <a:xfrm>
            <a:off x="1043640" y="3789000"/>
            <a:ext cx="1871280" cy="214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00" name="CustomShape 2"/>
          <p:cNvSpPr/>
          <p:nvPr/>
        </p:nvSpPr>
        <p:spPr>
          <a:xfrm>
            <a:off x="232380" y="10233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dirty="0">
                <a:solidFill>
                  <a:srgbClr val="FF0000"/>
                </a:solidFill>
                <a:latin typeface="Arial"/>
                <a:ea typeface="DejaVu Sans"/>
              </a:rPr>
              <a:t>Registro de errores</a:t>
            </a:r>
            <a:endParaRPr lang="es-ES" sz="2800" b="0" strike="noStrike" spc="-1" dirty="0">
              <a:latin typeface="Arial"/>
            </a:endParaRPr>
          </a:p>
          <a:p>
            <a:pPr algn="just">
              <a:lnSpc>
                <a:spcPct val="100000"/>
              </a:lnSpc>
              <a:spcBef>
                <a:spcPts val="479"/>
              </a:spcBef>
            </a:pPr>
            <a:r>
              <a:rPr lang="es-ES" sz="2400" b="1" strike="noStrike" spc="-1" dirty="0" err="1">
                <a:solidFill>
                  <a:srgbClr val="000000"/>
                </a:solidFill>
                <a:latin typeface="Arial"/>
                <a:ea typeface="DejaVu Sans"/>
              </a:rPr>
              <a:t>ErrorLog</a:t>
            </a:r>
            <a:endParaRPr lang="es-ES" sz="2400" b="0" strike="noStrike" spc="-1" dirty="0">
              <a:latin typeface="Arial"/>
            </a:endParaRPr>
          </a:p>
          <a:p>
            <a:pPr algn="just">
              <a:lnSpc>
                <a:spcPct val="100000"/>
              </a:lnSpc>
              <a:spcBef>
                <a:spcPts val="479"/>
              </a:spcBef>
            </a:pPr>
            <a:r>
              <a:rPr lang="es-ES" sz="2400" b="0" strike="noStrike" spc="-1" dirty="0">
                <a:solidFill>
                  <a:srgbClr val="000000"/>
                </a:solidFill>
                <a:latin typeface="Arial"/>
                <a:ea typeface="DejaVu Sans"/>
              </a:rPr>
              <a:t>Indica dónde ubicar el archivo de registro de los errores que se produzcan en el servidor. El lugar por defecto es </a:t>
            </a:r>
            <a:r>
              <a:rPr lang="es-ES" sz="2400" b="0" i="1" strike="noStrike" spc="-1" dirty="0">
                <a:solidFill>
                  <a:srgbClr val="000000"/>
                </a:solidFill>
                <a:latin typeface="Arial"/>
                <a:ea typeface="DejaVu Sans"/>
              </a:rPr>
              <a:t>/</a:t>
            </a:r>
            <a:r>
              <a:rPr lang="es-ES" sz="2400" b="0" i="1" strike="noStrike" spc="-1" dirty="0" err="1">
                <a:solidFill>
                  <a:srgbClr val="000000"/>
                </a:solidFill>
                <a:latin typeface="Arial"/>
                <a:ea typeface="DejaVu Sans"/>
              </a:rPr>
              <a:t>var</a:t>
            </a:r>
            <a:r>
              <a:rPr lang="es-ES" sz="2400" b="0" i="1" strike="noStrike" spc="-1" dirty="0">
                <a:solidFill>
                  <a:srgbClr val="000000"/>
                </a:solidFill>
                <a:latin typeface="Arial"/>
                <a:ea typeface="DejaVu Sans"/>
              </a:rPr>
              <a:t>/log/apache2/error.log</a:t>
            </a:r>
            <a:r>
              <a:rPr lang="es-ES" sz="2400" b="0" strike="noStrike" spc="-1" dirty="0">
                <a:solidFill>
                  <a:srgbClr val="000000"/>
                </a:solidFill>
                <a:latin typeface="Arial"/>
                <a:ea typeface="DejaVu Sans"/>
              </a:rPr>
              <a:t>. En el fichero </a:t>
            </a:r>
            <a:r>
              <a:rPr lang="es-ES" sz="2400" b="0" i="1" strike="noStrike" spc="-1" dirty="0">
                <a:solidFill>
                  <a:srgbClr val="000000"/>
                </a:solidFill>
                <a:latin typeface="Arial"/>
                <a:ea typeface="DejaVu Sans"/>
              </a:rPr>
              <a:t>apache2.conf</a:t>
            </a:r>
            <a:r>
              <a:rPr lang="es-ES" sz="2400" b="0" strike="noStrike" spc="-1" dirty="0">
                <a:solidFill>
                  <a:srgbClr val="000000"/>
                </a:solidFill>
                <a:latin typeface="Arial"/>
                <a:ea typeface="DejaVu Sans"/>
              </a:rPr>
              <a:t> se establece utilizando una variable de entorno definida en el fichero </a:t>
            </a:r>
            <a:r>
              <a:rPr lang="es-ES" sz="2400" b="1" i="1" strike="noStrike" spc="-1" dirty="0">
                <a:solidFill>
                  <a:srgbClr val="000000"/>
                </a:solidFill>
                <a:latin typeface="Arial"/>
                <a:ea typeface="DejaVu Sans"/>
              </a:rPr>
              <a:t>/</a:t>
            </a:r>
            <a:r>
              <a:rPr lang="es-ES" sz="2400" b="1" i="1" strike="noStrike" spc="-1" dirty="0" err="1">
                <a:solidFill>
                  <a:srgbClr val="000000"/>
                </a:solidFill>
                <a:latin typeface="Arial"/>
                <a:ea typeface="DejaVu Sans"/>
              </a:rPr>
              <a:t>etc</a:t>
            </a:r>
            <a:r>
              <a:rPr lang="es-ES" sz="2400" b="1" i="1" strike="noStrike" spc="-1" dirty="0">
                <a:solidFill>
                  <a:srgbClr val="000000"/>
                </a:solidFill>
                <a:latin typeface="Arial"/>
                <a:ea typeface="DejaVu Sans"/>
              </a:rPr>
              <a:t>/apache2/</a:t>
            </a:r>
            <a:r>
              <a:rPr lang="es-ES" sz="2400" b="1" i="1" strike="noStrike" spc="-1" dirty="0" err="1">
                <a:solidFill>
                  <a:srgbClr val="000000"/>
                </a:solidFill>
                <a:latin typeface="Arial"/>
                <a:ea typeface="DejaVu Sans"/>
              </a:rPr>
              <a:t>envvars</a:t>
            </a:r>
            <a:r>
              <a:rPr lang="es-ES" sz="2400" b="0" strike="noStrike" spc="-1" dirty="0">
                <a:solidFill>
                  <a:srgbClr val="000000"/>
                </a:solidFill>
                <a:latin typeface="Arial"/>
                <a:ea typeface="DejaVu Sans"/>
              </a:rPr>
              <a:t>.</a:t>
            </a:r>
            <a:endParaRPr lang="es-ES" sz="2400" b="0" strike="noStrike" spc="-1" dirty="0">
              <a:latin typeface="Arial"/>
            </a:endParaRPr>
          </a:p>
          <a:p>
            <a:pPr>
              <a:lnSpc>
                <a:spcPct val="100000"/>
              </a:lnSpc>
              <a:spcBef>
                <a:spcPts val="479"/>
              </a:spcBef>
            </a:pPr>
            <a:endParaRPr lang="es-ES" sz="2400" b="0" strike="noStrike" spc="-1" dirty="0">
              <a:latin typeface="Arial"/>
            </a:endParaRPr>
          </a:p>
          <a:p>
            <a:pPr>
              <a:lnSpc>
                <a:spcPct val="100000"/>
              </a:lnSpc>
              <a:spcBef>
                <a:spcPts val="479"/>
              </a:spcBef>
            </a:pPr>
            <a:r>
              <a:rPr lang="es-ES" sz="2400" b="1" strike="noStrike" spc="-1" dirty="0">
                <a:solidFill>
                  <a:srgbClr val="000000"/>
                </a:solidFill>
                <a:latin typeface="Arial"/>
                <a:ea typeface="DejaVu Sans"/>
              </a:rPr>
              <a:t>	</a:t>
            </a:r>
            <a:r>
              <a:rPr lang="es-ES" sz="2400" b="1" strike="noStrike" spc="-1" dirty="0" err="1">
                <a:solidFill>
                  <a:srgbClr val="000000"/>
                </a:solidFill>
                <a:latin typeface="Arial"/>
                <a:ea typeface="DejaVu Sans"/>
              </a:rPr>
              <a:t>ErrorLog</a:t>
            </a:r>
            <a:r>
              <a:rPr lang="es-ES" sz="2400" b="1" strike="noStrike" spc="-1" dirty="0">
                <a:solidFill>
                  <a:srgbClr val="000000"/>
                </a:solidFill>
                <a:latin typeface="Arial"/>
                <a:ea typeface="DejaVu Sans"/>
              </a:rPr>
              <a:t> ${APACHE_LOG_DIR}/error.log</a:t>
            </a: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gn="just">
              <a:lnSpc>
                <a:spcPct val="100000"/>
              </a:lnSpc>
              <a:spcBef>
                <a:spcPts val="561"/>
              </a:spcBef>
            </a:pPr>
            <a:r>
              <a:rPr lang="es-ES" sz="2800" b="1" strike="noStrike" spc="-1" dirty="0">
                <a:solidFill>
                  <a:srgbClr val="000000"/>
                </a:solidFill>
                <a:latin typeface="Arial"/>
                <a:ea typeface="DejaVu Sans"/>
              </a:rPr>
              <a:t>		</a:t>
            </a:r>
            <a:r>
              <a:rPr lang="es-ES" sz="2000" b="0" strike="noStrike" spc="-1" dirty="0">
                <a:solidFill>
                  <a:srgbClr val="000000"/>
                </a:solidFill>
                <a:latin typeface="Arial"/>
                <a:ea typeface="DejaVu Sans"/>
              </a:rPr>
              <a:t>Si en el directorio del sitio web no está el fichero por defecto, visualiza lista de archivos del directorio. Para lo contrario: </a:t>
            </a:r>
            <a:r>
              <a:rPr lang="es-ES" sz="2000" b="0" i="1" strike="noStrike" spc="-1" dirty="0">
                <a:solidFill>
                  <a:srgbClr val="000000"/>
                </a:solidFill>
                <a:latin typeface="Arial"/>
                <a:ea typeface="DejaVu Sans"/>
              </a:rPr>
              <a:t>-indexes</a:t>
            </a:r>
            <a:endParaRPr lang="es-ES" sz="2000" b="0" strike="noStrike" spc="-1" dirty="0">
              <a:latin typeface="Arial"/>
            </a:endParaRPr>
          </a:p>
          <a:p>
            <a:pPr>
              <a:lnSpc>
                <a:spcPct val="100000"/>
              </a:lnSpc>
              <a:spcBef>
                <a:spcPts val="561"/>
              </a:spcBef>
            </a:pPr>
            <a:endParaRPr lang="es-ES" sz="2000" b="0" strike="noStrike" spc="-1" dirty="0">
              <a:latin typeface="Arial"/>
            </a:endParaRPr>
          </a:p>
          <a:p>
            <a:pPr marL="343080" indent="-342000">
              <a:lnSpc>
                <a:spcPct val="100000"/>
              </a:lnSpc>
              <a:spcBef>
                <a:spcPts val="561"/>
              </a:spcBef>
            </a:pPr>
            <a:endParaRPr lang="es-ES" sz="2000" b="0" strike="noStrike" spc="-1" dirty="0">
              <a:latin typeface="Arial"/>
            </a:endParaRPr>
          </a:p>
          <a:p>
            <a:pPr marL="343080" indent="-342000">
              <a:lnSpc>
                <a:spcPct val="100000"/>
              </a:lnSpc>
              <a:spcBef>
                <a:spcPts val="561"/>
              </a:spcBef>
            </a:pPr>
            <a:endParaRPr lang="es-ES" sz="2000" b="0" strike="noStrike" spc="-1" dirty="0">
              <a:latin typeface="Arial"/>
            </a:endParaRPr>
          </a:p>
        </p:txBody>
      </p:sp>
      <p:sp>
        <p:nvSpPr>
          <p:cNvPr id="20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0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D8C97A1-454F-4262-85EE-B179D5DE8AA8}" type="slidenum">
              <a:rPr lang="es-ES" sz="1200" b="0" i="1" strike="noStrike" spc="-1">
                <a:solidFill>
                  <a:srgbClr val="91E614"/>
                </a:solidFill>
                <a:latin typeface="Century Gothic"/>
                <a:ea typeface="DejaVu Sans"/>
              </a:rPr>
              <a:t>25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04" name="CustomShape 2"/>
          <p:cNvSpPr/>
          <p:nvPr/>
        </p:nvSpPr>
        <p:spPr>
          <a:xfrm>
            <a:off x="15840" y="98604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dirty="0">
                <a:solidFill>
                  <a:srgbClr val="FF0000"/>
                </a:solidFill>
                <a:latin typeface="Arial"/>
                <a:ea typeface="DejaVu Sans"/>
              </a:rPr>
              <a:t>Registro de errores</a:t>
            </a:r>
            <a:endParaRPr lang="es-ES" sz="2800" b="0" strike="noStrike" spc="-1" dirty="0">
              <a:latin typeface="Arial"/>
            </a:endParaRPr>
          </a:p>
          <a:p>
            <a:pPr algn="just">
              <a:lnSpc>
                <a:spcPct val="100000"/>
              </a:lnSpc>
              <a:spcBef>
                <a:spcPts val="479"/>
              </a:spcBef>
            </a:pPr>
            <a:r>
              <a:rPr lang="es-ES" sz="2400" b="1" strike="noStrike" spc="-1" dirty="0" err="1">
                <a:solidFill>
                  <a:srgbClr val="000000"/>
                </a:solidFill>
                <a:latin typeface="Arial"/>
                <a:ea typeface="DejaVu Sans"/>
              </a:rPr>
              <a:t>ErrorLog</a:t>
            </a:r>
            <a:endParaRPr lang="es-ES" sz="2400" b="0" strike="noStrike" spc="-1" dirty="0">
              <a:latin typeface="Arial"/>
            </a:endParaRPr>
          </a:p>
          <a:p>
            <a:pPr marL="343080" indent="-342000">
              <a:lnSpc>
                <a:spcPct val="100000"/>
              </a:lnSpc>
              <a:spcBef>
                <a:spcPts val="561"/>
              </a:spcBef>
            </a:pPr>
            <a:endParaRPr lang="es-ES" sz="2400" b="0" strike="noStrike" spc="-1" dirty="0">
              <a:latin typeface="Arial"/>
            </a:endParaRPr>
          </a:p>
          <a:p>
            <a:pPr marL="343080" indent="-342000">
              <a:lnSpc>
                <a:spcPct val="100000"/>
              </a:lnSpc>
              <a:spcBef>
                <a:spcPts val="561"/>
              </a:spcBef>
            </a:pPr>
            <a:r>
              <a:rPr lang="es-ES" sz="2800" b="1" strike="noStrike" spc="-1" dirty="0" err="1">
                <a:solidFill>
                  <a:srgbClr val="000000"/>
                </a:solidFill>
                <a:latin typeface="Arial"/>
                <a:ea typeface="DejaVu Sans"/>
              </a:rPr>
              <a:t>etc</a:t>
            </a:r>
            <a:r>
              <a:rPr lang="es-ES" sz="2800" b="1" strike="noStrike" spc="-1" dirty="0">
                <a:solidFill>
                  <a:srgbClr val="000000"/>
                </a:solidFill>
                <a:latin typeface="Arial"/>
                <a:ea typeface="DejaVu Sans"/>
              </a:rPr>
              <a:t>/apache2/apache2.conf</a:t>
            </a: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gn="just">
              <a:lnSpc>
                <a:spcPct val="100000"/>
              </a:lnSpc>
              <a:spcBef>
                <a:spcPts val="561"/>
              </a:spcBef>
            </a:pPr>
            <a:r>
              <a:rPr lang="es-ES" sz="2800" b="1" strike="noStrike" spc="-1" dirty="0">
                <a:solidFill>
                  <a:srgbClr val="000000"/>
                </a:solidFill>
                <a:latin typeface="Arial"/>
                <a:ea typeface="DejaVu Sans"/>
              </a:rPr>
              <a:t>		</a:t>
            </a: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p:txBody>
      </p:sp>
      <p:sp>
        <p:nvSpPr>
          <p:cNvPr id="20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0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2E2E673-891F-4E4C-B4B6-95A94DE04FFF}" type="slidenum">
              <a:rPr lang="es-ES" sz="1200" b="0" i="1" strike="noStrike" spc="-1">
                <a:solidFill>
                  <a:srgbClr val="91E614"/>
                </a:solidFill>
                <a:latin typeface="Century Gothic"/>
                <a:ea typeface="DejaVu Sans"/>
              </a:rPr>
              <a:t>26</a:t>
            </a:fld>
            <a:endParaRPr lang="es-ES" sz="1200" b="0" strike="noStrike" spc="-1">
              <a:latin typeface="Arial"/>
            </a:endParaRPr>
          </a:p>
        </p:txBody>
      </p:sp>
      <p:pic>
        <p:nvPicPr>
          <p:cNvPr id="207" name="Picture 1"/>
          <p:cNvPicPr/>
          <p:nvPr/>
        </p:nvPicPr>
        <p:blipFill>
          <a:blip r:embed="rId3"/>
          <a:stretch/>
        </p:blipFill>
        <p:spPr>
          <a:xfrm>
            <a:off x="34560" y="2963160"/>
            <a:ext cx="9121320" cy="1866960"/>
          </a:xfrm>
          <a:prstGeom prst="rect">
            <a:avLst/>
          </a:prstGeom>
          <a:ln>
            <a:noFill/>
          </a:ln>
        </p:spPr>
      </p:pic>
      <p:sp>
        <p:nvSpPr>
          <p:cNvPr id="208" name="CustomShape 5"/>
          <p:cNvSpPr/>
          <p:nvPr/>
        </p:nvSpPr>
        <p:spPr>
          <a:xfrm>
            <a:off x="0" y="3717000"/>
            <a:ext cx="5002920" cy="574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10"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FF0000"/>
                </a:solidFill>
                <a:latin typeface="Arial"/>
                <a:ea typeface="DejaVu Sans"/>
              </a:rPr>
              <a:t>Conexiones persistentes</a:t>
            </a:r>
            <a:endParaRPr lang="es-ES" sz="2800" b="0" strike="noStrike" spc="-1">
              <a:latin typeface="Arial"/>
            </a:endParaRPr>
          </a:p>
          <a:p>
            <a:pPr>
              <a:lnSpc>
                <a:spcPct val="100000"/>
              </a:lnSpc>
              <a:spcBef>
                <a:spcPts val="479"/>
              </a:spcBef>
            </a:pPr>
            <a:r>
              <a:rPr lang="es-ES" sz="2400" b="1" strike="noStrike" spc="-1">
                <a:solidFill>
                  <a:srgbClr val="000000"/>
                </a:solidFill>
                <a:latin typeface="Arial"/>
                <a:ea typeface="DejaVu Sans"/>
              </a:rPr>
              <a:t>KeepAlive</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Determina si el servidor va a permitir que cada conexión haga más de una petición, es decir si la conexión TCP/IP es persistente. El problema de activarlo es que un único cliente puede consumir demasiados recursos y saturar el servidor por lo que en caso de establecerlo a </a:t>
            </a:r>
            <a:r>
              <a:rPr lang="es-ES" sz="2400" b="0" i="1" strike="noStrike" spc="-1">
                <a:solidFill>
                  <a:srgbClr val="000000"/>
                </a:solidFill>
                <a:latin typeface="Arial"/>
                <a:ea typeface="DejaVu Sans"/>
              </a:rPr>
              <a:t>on </a:t>
            </a:r>
            <a:r>
              <a:rPr lang="es-ES" sz="2400" b="0" strike="noStrike" spc="-1">
                <a:solidFill>
                  <a:srgbClr val="000000"/>
                </a:solidFill>
                <a:latin typeface="Arial"/>
                <a:ea typeface="DejaVu Sans"/>
              </a:rPr>
              <a:t>se recomienda configurar cuidadosamente </a:t>
            </a:r>
            <a:r>
              <a:rPr lang="es-ES" sz="2400" b="0" i="1" strike="noStrike" spc="-1">
                <a:solidFill>
                  <a:srgbClr val="000000"/>
                </a:solidFill>
                <a:latin typeface="Arial"/>
                <a:ea typeface="DejaVu Sans"/>
              </a:rPr>
              <a:t>KeepAliveTimeout</a:t>
            </a:r>
            <a:r>
              <a:rPr lang="es-ES" sz="2400" b="0" strike="noStrike" spc="-1">
                <a:solidFill>
                  <a:srgbClr val="000000"/>
                </a:solidFill>
                <a:latin typeface="Arial"/>
                <a:ea typeface="DejaVu Sans"/>
              </a:rPr>
              <a:t>, generalmente a un nivel bajo.</a:t>
            </a:r>
            <a:endParaRPr lang="es-ES" sz="2400" b="0" strike="noStrike" spc="-1">
              <a:latin typeface="Arial"/>
            </a:endParaRPr>
          </a:p>
          <a:p>
            <a:pPr>
              <a:lnSpc>
                <a:spcPct val="100000"/>
              </a:lnSpc>
              <a:spcBef>
                <a:spcPts val="479"/>
              </a:spcBef>
            </a:pP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KeepAlive on</a:t>
            </a: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gn="just">
              <a:lnSpc>
                <a:spcPct val="100000"/>
              </a:lnSpc>
              <a:spcBef>
                <a:spcPts val="561"/>
              </a:spcBef>
            </a:pPr>
            <a:r>
              <a:rPr lang="es-ES" sz="2800" b="1" strike="noStrike" spc="-1">
                <a:solidFill>
                  <a:srgbClr val="000000"/>
                </a:solidFill>
                <a:latin typeface="Arial"/>
                <a:ea typeface="DejaVu Sans"/>
              </a:rPr>
              <a:t>		</a:t>
            </a:r>
            <a:r>
              <a:rPr lang="es-ES" sz="2000" b="0" strike="noStrike" spc="-1">
                <a:solidFill>
                  <a:srgbClr val="000000"/>
                </a:solidFill>
                <a:latin typeface="Arial"/>
                <a:ea typeface="DejaVu Sans"/>
              </a:rPr>
              <a:t>Si en el directorio del sitio web no está el fichero por defecto, visualiza lista de archivos del directorio. Para lo contrario: </a:t>
            </a:r>
            <a:r>
              <a:rPr lang="es-ES" sz="2000" b="0" i="1" strike="noStrike" spc="-1">
                <a:solidFill>
                  <a:srgbClr val="000000"/>
                </a:solidFill>
                <a:latin typeface="Arial"/>
                <a:ea typeface="DejaVu Sans"/>
              </a:rPr>
              <a:t>-indexes</a:t>
            </a:r>
            <a:endParaRPr lang="es-ES" sz="2000" b="0" strike="noStrike" spc="-1">
              <a:latin typeface="Arial"/>
            </a:endParaRPr>
          </a:p>
          <a:p>
            <a:pPr>
              <a:lnSpc>
                <a:spcPct val="100000"/>
              </a:lnSpc>
              <a:spcBef>
                <a:spcPts val="561"/>
              </a:spcBef>
            </a:pPr>
            <a:endParaRPr lang="es-ES" sz="2000" b="0" strike="noStrike" spc="-1">
              <a:latin typeface="Arial"/>
            </a:endParaRPr>
          </a:p>
          <a:p>
            <a:pPr marL="343080" indent="-342000">
              <a:lnSpc>
                <a:spcPct val="100000"/>
              </a:lnSpc>
              <a:spcBef>
                <a:spcPts val="561"/>
              </a:spcBef>
            </a:pPr>
            <a:endParaRPr lang="es-ES" sz="2000" b="0" strike="noStrike" spc="-1">
              <a:latin typeface="Arial"/>
            </a:endParaRPr>
          </a:p>
          <a:p>
            <a:pPr marL="343080" indent="-342000">
              <a:lnSpc>
                <a:spcPct val="100000"/>
              </a:lnSpc>
              <a:spcBef>
                <a:spcPts val="561"/>
              </a:spcBef>
            </a:pPr>
            <a:endParaRPr lang="es-ES" sz="2000" b="0" strike="noStrike" spc="-1">
              <a:latin typeface="Arial"/>
            </a:endParaRPr>
          </a:p>
        </p:txBody>
      </p:sp>
      <p:sp>
        <p:nvSpPr>
          <p:cNvPr id="21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1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1C6BA77-5E2E-450B-BA22-D7C12EA26281}" type="slidenum">
              <a:rPr lang="es-ES" sz="1200" b="0" i="1" strike="noStrike" spc="-1">
                <a:solidFill>
                  <a:srgbClr val="91E614"/>
                </a:solidFill>
                <a:latin typeface="Century Gothic"/>
                <a:ea typeface="DejaVu Sans"/>
              </a:rPr>
              <a:t>27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14"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FF0000"/>
                </a:solidFill>
                <a:latin typeface="Arial"/>
                <a:ea typeface="DejaVu Sans"/>
              </a:rPr>
              <a:t>Conexiones persistentes</a:t>
            </a:r>
            <a:endParaRPr lang="es-ES" sz="2800" b="0" strike="noStrike" spc="-1">
              <a:latin typeface="Arial"/>
            </a:endParaRPr>
          </a:p>
          <a:p>
            <a:pPr>
              <a:lnSpc>
                <a:spcPct val="100000"/>
              </a:lnSpc>
              <a:spcBef>
                <a:spcPts val="479"/>
              </a:spcBef>
            </a:pPr>
            <a:r>
              <a:rPr lang="es-ES" sz="2400" b="1" strike="noStrike" spc="-1">
                <a:solidFill>
                  <a:srgbClr val="000000"/>
                </a:solidFill>
                <a:latin typeface="Arial"/>
                <a:ea typeface="DejaVu Sans"/>
              </a:rPr>
              <a:t>KeepAliveTimeout</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Establece el tiempo que mantiene el servidor la conexión abierta a la espera de más peticiones.</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		</a:t>
            </a:r>
            <a:r>
              <a:rPr lang="es-ES" sz="2400" b="1" strike="noStrike" spc="-1">
                <a:solidFill>
                  <a:srgbClr val="000000"/>
                </a:solidFill>
                <a:latin typeface="Arial"/>
                <a:ea typeface="DejaVu Sans"/>
              </a:rPr>
              <a:t>KeepAliveTimeout 15</a:t>
            </a: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gn="just">
              <a:lnSpc>
                <a:spcPct val="100000"/>
              </a:lnSpc>
              <a:spcBef>
                <a:spcPts val="561"/>
              </a:spcBef>
            </a:pPr>
            <a:r>
              <a:rPr lang="es-ES" sz="2800" b="1" strike="noStrike" spc="-1">
                <a:solidFill>
                  <a:srgbClr val="000000"/>
                </a:solidFill>
                <a:latin typeface="Arial"/>
                <a:ea typeface="DejaVu Sans"/>
              </a:rPr>
              <a:t>		</a:t>
            </a:r>
            <a:endParaRPr lang="es-ES" sz="2800" b="0" strike="noStrike" spc="-1">
              <a:latin typeface="Arial"/>
            </a:endParaRPr>
          </a:p>
          <a:p>
            <a:pPr marL="343080" indent="-342000">
              <a:lnSpc>
                <a:spcPct val="100000"/>
              </a:lnSpc>
              <a:spcBef>
                <a:spcPts val="561"/>
              </a:spcBef>
            </a:pPr>
            <a:endParaRPr lang="es-ES" sz="2800" b="0" strike="noStrike" spc="-1">
              <a:latin typeface="Arial"/>
            </a:endParaRPr>
          </a:p>
          <a:p>
            <a:pPr marL="343080" indent="-342000">
              <a:lnSpc>
                <a:spcPct val="100000"/>
              </a:lnSpc>
              <a:spcBef>
                <a:spcPts val="561"/>
              </a:spcBef>
            </a:pPr>
            <a:endParaRPr lang="es-ES" sz="2800" b="0" strike="noStrike" spc="-1">
              <a:latin typeface="Arial"/>
            </a:endParaRPr>
          </a:p>
        </p:txBody>
      </p:sp>
      <p:sp>
        <p:nvSpPr>
          <p:cNvPr id="21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1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502525C-5677-4130-916F-2B34C2DDB92F}" type="slidenum">
              <a:rPr lang="es-ES" sz="1200" b="0" i="1" strike="noStrike" spc="-1">
                <a:solidFill>
                  <a:srgbClr val="91E614"/>
                </a:solidFill>
                <a:latin typeface="Century Gothic"/>
                <a:ea typeface="DejaVu Sans"/>
              </a:rPr>
              <a:t>28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18"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FF0000"/>
                </a:solidFill>
                <a:latin typeface="Arial"/>
                <a:ea typeface="DejaVu Sans"/>
              </a:rPr>
              <a:t>Conexiones persistentes</a:t>
            </a:r>
            <a:endParaRPr lang="es-ES" sz="2800" b="0" strike="noStrike" spc="-1">
              <a:latin typeface="Arial"/>
            </a:endParaRPr>
          </a:p>
          <a:p>
            <a:pPr>
              <a:lnSpc>
                <a:spcPct val="100000"/>
              </a:lnSpc>
              <a:spcBef>
                <a:spcPts val="479"/>
              </a:spcBef>
            </a:pPr>
            <a:r>
              <a:rPr lang="es-ES" sz="2400" b="1" strike="noStrike" spc="-1">
                <a:solidFill>
                  <a:srgbClr val="000000"/>
                </a:solidFill>
                <a:latin typeface="Arial"/>
                <a:ea typeface="DejaVu Sans"/>
              </a:rPr>
              <a:t>MaxKeepAliveRequests</a:t>
            </a: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Determina el número de peticiones que podrá realizar cada conexión. Evidentemente solo tiene sentido si </a:t>
            </a:r>
            <a:r>
              <a:rPr lang="es-ES" sz="2400" b="0" i="1" strike="noStrike" spc="-1">
                <a:solidFill>
                  <a:srgbClr val="000000"/>
                </a:solidFill>
                <a:latin typeface="Arial"/>
                <a:ea typeface="DejaVu Sans"/>
              </a:rPr>
              <a:t>KeepAlive </a:t>
            </a:r>
            <a:r>
              <a:rPr lang="es-ES" sz="2400" b="0" strike="noStrike" spc="-1">
                <a:solidFill>
                  <a:srgbClr val="000000"/>
                </a:solidFill>
                <a:latin typeface="Arial"/>
                <a:ea typeface="DejaVu Sans"/>
              </a:rPr>
              <a:t>está activada.</a:t>
            </a:r>
            <a:endParaRPr lang="es-ES" sz="2400" b="0" strike="noStrike" spc="-1">
              <a:latin typeface="Arial"/>
            </a:endParaRPr>
          </a:p>
          <a:p>
            <a:pPr>
              <a:lnSpc>
                <a:spcPct val="100000"/>
              </a:lnSpc>
              <a:spcBef>
                <a:spcPts val="479"/>
              </a:spcBef>
            </a:pPr>
            <a:r>
              <a:rPr lang="es-ES" sz="2400" b="0" strike="noStrike" spc="-1">
                <a:solidFill>
                  <a:srgbClr val="000000"/>
                </a:solidFill>
                <a:latin typeface="Arial"/>
                <a:ea typeface="DejaVu Sans"/>
              </a:rPr>
              <a:t>		</a:t>
            </a:r>
            <a:r>
              <a:rPr lang="es-ES" sz="2400" b="1" strike="noStrike" spc="-1">
                <a:solidFill>
                  <a:srgbClr val="000000"/>
                </a:solidFill>
                <a:latin typeface="Arial"/>
                <a:ea typeface="DejaVu Sans"/>
              </a:rPr>
              <a:t>MaxKeepAliveRequests 100</a:t>
            </a: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gn="just">
              <a:lnSpc>
                <a:spcPct val="100000"/>
              </a:lnSpc>
              <a:spcBef>
                <a:spcPts val="561"/>
              </a:spcBef>
            </a:pPr>
            <a:r>
              <a:rPr lang="es-ES" sz="2800" b="1" strike="noStrike" spc="-1">
                <a:solidFill>
                  <a:srgbClr val="000000"/>
                </a:solidFill>
                <a:latin typeface="Arial"/>
                <a:ea typeface="DejaVu Sans"/>
              </a:rPr>
              <a:t>		</a:t>
            </a:r>
            <a:endParaRPr lang="es-ES" sz="2800" b="0" strike="noStrike" spc="-1">
              <a:latin typeface="Arial"/>
            </a:endParaRPr>
          </a:p>
          <a:p>
            <a:pPr marL="343080" indent="-342000">
              <a:lnSpc>
                <a:spcPct val="100000"/>
              </a:lnSpc>
              <a:spcBef>
                <a:spcPts val="561"/>
              </a:spcBef>
            </a:pPr>
            <a:endParaRPr lang="es-ES" sz="2800" b="0" strike="noStrike" spc="-1">
              <a:latin typeface="Arial"/>
            </a:endParaRPr>
          </a:p>
          <a:p>
            <a:pPr marL="343080" indent="-342000">
              <a:lnSpc>
                <a:spcPct val="100000"/>
              </a:lnSpc>
              <a:spcBef>
                <a:spcPts val="561"/>
              </a:spcBef>
            </a:pPr>
            <a:endParaRPr lang="es-ES" sz="2800" b="0" strike="noStrike" spc="-1">
              <a:latin typeface="Arial"/>
            </a:endParaRPr>
          </a:p>
        </p:txBody>
      </p:sp>
      <p:sp>
        <p:nvSpPr>
          <p:cNvPr id="21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2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E5B2BCA-E6F9-4ABD-8931-FE08D3B8D966}" type="slidenum">
              <a:rPr lang="es-ES" sz="1200" b="0" i="1" strike="noStrike" spc="-1">
                <a:solidFill>
                  <a:srgbClr val="91E614"/>
                </a:solidFill>
                <a:latin typeface="Century Gothic"/>
                <a:ea typeface="DejaVu Sans"/>
              </a:rPr>
              <a:t>29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22"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FF0000"/>
                </a:solidFill>
                <a:latin typeface="Arial"/>
                <a:ea typeface="DejaVu Sans"/>
              </a:rPr>
              <a:t>Códigos de error</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ErrorDocument</a:t>
            </a:r>
            <a:endParaRPr lang="es-ES" sz="2800" b="0" strike="noStrike" spc="-1">
              <a:latin typeface="Arial"/>
            </a:endParaRPr>
          </a:p>
          <a:p>
            <a:pPr marL="343080" indent="-342000">
              <a:lnSpc>
                <a:spcPct val="100000"/>
              </a:lnSpc>
              <a:spcBef>
                <a:spcPts val="479"/>
              </a:spcBef>
            </a:pPr>
            <a:r>
              <a:rPr lang="es-ES" sz="2400" b="1" strike="noStrike" spc="-1">
                <a:solidFill>
                  <a:srgbClr val="000000"/>
                </a:solidFill>
                <a:latin typeface="Arial"/>
                <a:ea typeface="DejaVu Sans"/>
              </a:rPr>
              <a:t>/etc/apache2/sites-available/000-default.conf</a:t>
            </a:r>
            <a:endParaRPr lang="es-ES" sz="2400" b="0" strike="noStrike" spc="-1">
              <a:latin typeface="Arial"/>
            </a:endParaRPr>
          </a:p>
          <a:p>
            <a:pPr>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a:p>
            <a:pPr marL="343080" indent="-342000">
              <a:lnSpc>
                <a:spcPct val="100000"/>
              </a:lnSpc>
              <a:spcBef>
                <a:spcPts val="561"/>
              </a:spcBef>
            </a:pPr>
            <a:endParaRPr lang="es-ES" sz="2400" b="0" strike="noStrike" spc="-1">
              <a:latin typeface="Arial"/>
            </a:endParaRPr>
          </a:p>
        </p:txBody>
      </p:sp>
      <p:sp>
        <p:nvSpPr>
          <p:cNvPr id="223"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BC42E83-C5A1-4488-8D01-616AD221D37E}" type="slidenum">
              <a:rPr lang="es-ES" sz="1200" b="0" i="1" strike="noStrike" spc="-1">
                <a:solidFill>
                  <a:srgbClr val="91E614"/>
                </a:solidFill>
                <a:latin typeface="Century Gothic"/>
                <a:ea typeface="DejaVu Sans"/>
              </a:rPr>
              <a:t>30</a:t>
            </a:fld>
            <a:endParaRPr lang="es-ES" sz="1200" b="0" strike="noStrike" spc="-1">
              <a:latin typeface="Arial"/>
            </a:endParaRPr>
          </a:p>
        </p:txBody>
      </p:sp>
      <p:pic>
        <p:nvPicPr>
          <p:cNvPr id="224" name="Picture 3"/>
          <p:cNvPicPr/>
          <p:nvPr/>
        </p:nvPicPr>
        <p:blipFill>
          <a:blip r:embed="rId3"/>
          <a:stretch/>
        </p:blipFill>
        <p:spPr>
          <a:xfrm>
            <a:off x="369720" y="2565000"/>
            <a:ext cx="7497000" cy="2056320"/>
          </a:xfrm>
          <a:prstGeom prst="rect">
            <a:avLst/>
          </a:prstGeom>
          <a:ln>
            <a:noFill/>
          </a:ln>
        </p:spPr>
      </p:pic>
      <p:pic>
        <p:nvPicPr>
          <p:cNvPr id="225" name="Picture 4"/>
          <p:cNvPicPr/>
          <p:nvPr/>
        </p:nvPicPr>
        <p:blipFill>
          <a:blip r:embed="rId4"/>
          <a:stretch/>
        </p:blipFill>
        <p:spPr>
          <a:xfrm>
            <a:off x="369720" y="4761720"/>
            <a:ext cx="7531920" cy="21250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27" name="CustomShape 2"/>
          <p:cNvSpPr/>
          <p:nvPr/>
        </p:nvSpPr>
        <p:spPr>
          <a:xfrm>
            <a:off x="14760" y="102204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dirty="0">
                <a:solidFill>
                  <a:srgbClr val="FF0000"/>
                </a:solidFill>
                <a:latin typeface="Arial"/>
                <a:ea typeface="DejaVu Sans"/>
              </a:rPr>
              <a:t>Directorios virtuales</a:t>
            </a:r>
            <a:endParaRPr lang="es-ES" sz="2800" b="0" strike="noStrike" spc="-1" dirty="0">
              <a:latin typeface="Arial"/>
            </a:endParaRPr>
          </a:p>
          <a:p>
            <a:pPr algn="just">
              <a:lnSpc>
                <a:spcPct val="100000"/>
              </a:lnSpc>
              <a:spcBef>
                <a:spcPts val="479"/>
              </a:spcBef>
            </a:pPr>
            <a:r>
              <a:rPr lang="es-ES" sz="2400" b="0" strike="noStrike" spc="-1" dirty="0">
                <a:solidFill>
                  <a:srgbClr val="000000"/>
                </a:solidFill>
                <a:latin typeface="Arial"/>
                <a:ea typeface="DejaVu Sans"/>
              </a:rPr>
              <a:t>Directorios que están fuera del directorio raíz (</a:t>
            </a:r>
            <a:r>
              <a:rPr lang="es-ES" sz="2400" b="0" strike="noStrike" spc="-1" dirty="0" err="1">
                <a:solidFill>
                  <a:srgbClr val="000000"/>
                </a:solidFill>
                <a:latin typeface="Arial"/>
                <a:ea typeface="DejaVu Sans"/>
              </a:rPr>
              <a:t>DocumentRoot</a:t>
            </a:r>
            <a:r>
              <a:rPr lang="es-ES" sz="2400" b="0" strike="noStrike" spc="-1" dirty="0">
                <a:solidFill>
                  <a:srgbClr val="000000"/>
                </a:solidFill>
                <a:latin typeface="Arial"/>
                <a:ea typeface="DejaVu Sans"/>
              </a:rPr>
              <a:t>) del servidor.</a:t>
            </a:r>
            <a:endParaRPr lang="es-ES" sz="2400" b="0" strike="noStrike" spc="-1" dirty="0">
              <a:latin typeface="Arial"/>
            </a:endParaRPr>
          </a:p>
          <a:p>
            <a:pPr marL="343080" indent="-342000">
              <a:lnSpc>
                <a:spcPct val="100000"/>
              </a:lnSpc>
              <a:spcBef>
                <a:spcPts val="561"/>
              </a:spcBef>
              <a:buClr>
                <a:srgbClr val="000000"/>
              </a:buClr>
              <a:buFont typeface="Symbol"/>
              <a:buChar char=""/>
            </a:pPr>
            <a:r>
              <a:rPr lang="es-ES" sz="2800" b="1" strike="noStrike" spc="-1" dirty="0">
                <a:solidFill>
                  <a:srgbClr val="000000"/>
                </a:solidFill>
                <a:latin typeface="Arial"/>
                <a:ea typeface="DejaVu Sans"/>
              </a:rPr>
              <a:t>Alias</a:t>
            </a:r>
            <a:endParaRPr lang="es-ES" sz="2800" b="0" strike="noStrike" spc="-1" dirty="0">
              <a:latin typeface="Arial"/>
            </a:endParaRPr>
          </a:p>
          <a:p>
            <a:pPr marL="343080" indent="-342000">
              <a:lnSpc>
                <a:spcPct val="100000"/>
              </a:lnSpc>
              <a:spcBef>
                <a:spcPts val="561"/>
              </a:spcBef>
            </a:pPr>
            <a:r>
              <a:rPr lang="es-ES" sz="2800" b="1" strike="noStrike" spc="-1" dirty="0">
                <a:solidFill>
                  <a:srgbClr val="000000"/>
                </a:solidFill>
                <a:latin typeface="Arial"/>
                <a:ea typeface="DejaVu Sans"/>
              </a:rPr>
              <a:t>/</a:t>
            </a:r>
            <a:r>
              <a:rPr lang="es-ES" sz="2800" b="1" strike="noStrike" spc="-1" dirty="0" err="1">
                <a:solidFill>
                  <a:srgbClr val="000000"/>
                </a:solidFill>
                <a:latin typeface="Arial"/>
                <a:ea typeface="DejaVu Sans"/>
              </a:rPr>
              <a:t>etc</a:t>
            </a:r>
            <a:r>
              <a:rPr lang="es-ES" sz="2800" b="1" strike="noStrike" spc="-1" dirty="0">
                <a:solidFill>
                  <a:srgbClr val="000000"/>
                </a:solidFill>
                <a:latin typeface="Arial"/>
                <a:ea typeface="DejaVu Sans"/>
              </a:rPr>
              <a:t>/apache2/</a:t>
            </a:r>
            <a:r>
              <a:rPr lang="es-ES" sz="2800" b="1" strike="noStrike" spc="-1" dirty="0" err="1">
                <a:solidFill>
                  <a:srgbClr val="000000"/>
                </a:solidFill>
                <a:latin typeface="Arial"/>
                <a:ea typeface="DejaVu Sans"/>
              </a:rPr>
              <a:t>sites-available</a:t>
            </a:r>
            <a:r>
              <a:rPr lang="es-ES" sz="2800" b="1" strike="noStrike" spc="-1" dirty="0">
                <a:solidFill>
                  <a:srgbClr val="000000"/>
                </a:solidFill>
                <a:latin typeface="Arial"/>
                <a:ea typeface="DejaVu Sans"/>
              </a:rPr>
              <a:t>/000-default.conf</a:t>
            </a:r>
            <a:endParaRPr lang="es-ES" sz="2800" b="0" strike="noStrike" spc="-1" dirty="0">
              <a:latin typeface="Arial"/>
            </a:endParaRPr>
          </a:p>
          <a:p>
            <a:pPr>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a:p>
            <a:pPr marL="343080" indent="-342000">
              <a:lnSpc>
                <a:spcPct val="100000"/>
              </a:lnSpc>
              <a:spcBef>
                <a:spcPts val="561"/>
              </a:spcBef>
            </a:pPr>
            <a:endParaRPr lang="es-ES" sz="2800" b="0" strike="noStrike" spc="-1" dirty="0">
              <a:latin typeface="Arial"/>
            </a:endParaRPr>
          </a:p>
        </p:txBody>
      </p:sp>
      <p:sp>
        <p:nvSpPr>
          <p:cNvPr id="228"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238358A-A42A-4376-A919-86E0F80D9601}" type="slidenum">
              <a:rPr lang="es-ES" sz="1200" b="0" i="1" strike="noStrike" spc="-1">
                <a:solidFill>
                  <a:srgbClr val="91E614"/>
                </a:solidFill>
                <a:latin typeface="Century Gothic"/>
                <a:ea typeface="DejaVu Sans"/>
              </a:rPr>
              <a:t>31</a:t>
            </a:fld>
            <a:endParaRPr lang="es-ES" sz="1200" b="0" strike="noStrike" spc="-1">
              <a:latin typeface="Arial"/>
            </a:endParaRPr>
          </a:p>
        </p:txBody>
      </p:sp>
      <p:pic>
        <p:nvPicPr>
          <p:cNvPr id="229" name="Picture 5"/>
          <p:cNvPicPr/>
          <p:nvPr/>
        </p:nvPicPr>
        <p:blipFill>
          <a:blip r:embed="rId3"/>
          <a:stretch/>
        </p:blipFill>
        <p:spPr>
          <a:xfrm>
            <a:off x="14760" y="3605040"/>
            <a:ext cx="8764920" cy="16992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CONFIGURACIÓN. Directivas</a:t>
            </a:r>
            <a:endParaRPr lang="es-ES" sz="3400" b="0" strike="noStrike" spc="-1">
              <a:latin typeface="Arial"/>
            </a:endParaRPr>
          </a:p>
        </p:txBody>
      </p:sp>
      <p:sp>
        <p:nvSpPr>
          <p:cNvPr id="231"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FF0000"/>
                </a:solidFill>
                <a:latin typeface="Arial"/>
                <a:ea typeface="DejaVu Sans"/>
              </a:rPr>
              <a:t>Redirecciones</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Redirect</a:t>
            </a:r>
            <a:endParaRPr lang="es-ES" sz="2800" b="0" strike="noStrike" spc="-1">
              <a:latin typeface="Arial"/>
            </a:endParaRPr>
          </a:p>
          <a:p>
            <a:pPr marL="343080" indent="-342000">
              <a:lnSpc>
                <a:spcPct val="100000"/>
              </a:lnSpc>
              <a:spcBef>
                <a:spcPts val="561"/>
              </a:spcBef>
            </a:pPr>
            <a:r>
              <a:rPr lang="es-ES" sz="2800" b="1" strike="noStrike" spc="-1">
                <a:solidFill>
                  <a:srgbClr val="000000"/>
                </a:solidFill>
                <a:latin typeface="Arial"/>
                <a:ea typeface="DejaVu Sans"/>
              </a:rPr>
              <a:t>/etc/apache2/sites-available/000-default.conf</a:t>
            </a:r>
            <a:endParaRPr lang="es-ES" sz="2800" b="0" strike="noStrike" spc="-1">
              <a:latin typeface="Arial"/>
            </a:endParaRPr>
          </a:p>
          <a:p>
            <a:pPr marL="343080" indent="-342000">
              <a:lnSpc>
                <a:spcPct val="100000"/>
              </a:lnSpc>
              <a:spcBef>
                <a:spcPts val="561"/>
              </a:spcBef>
            </a:pPr>
            <a:endParaRPr lang="es-ES" sz="2800" b="0" strike="noStrike" spc="-1">
              <a:latin typeface="Arial"/>
            </a:endParaRPr>
          </a:p>
          <a:p>
            <a:pPr marL="343080" indent="-342000">
              <a:lnSpc>
                <a:spcPct val="100000"/>
              </a:lnSpc>
              <a:spcBef>
                <a:spcPts val="561"/>
              </a:spcBef>
            </a:pPr>
            <a:endParaRPr lang="es-ES" sz="2800" b="0" strike="noStrike" spc="-1">
              <a:latin typeface="Arial"/>
            </a:endParaRPr>
          </a:p>
        </p:txBody>
      </p:sp>
      <p:sp>
        <p:nvSpPr>
          <p:cNvPr id="232"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5B2738A-90E7-4773-99A7-D1F07DA56988}" type="slidenum">
              <a:rPr lang="es-ES" sz="1200" b="0" i="1" strike="noStrike" spc="-1">
                <a:solidFill>
                  <a:srgbClr val="91E614"/>
                </a:solidFill>
                <a:latin typeface="Century Gothic"/>
                <a:ea typeface="DejaVu Sans"/>
              </a:rPr>
              <a:t>32</a:t>
            </a:fld>
            <a:endParaRPr lang="es-ES" sz="1200" b="0" strike="noStrike" spc="-1">
              <a:latin typeface="Arial"/>
            </a:endParaRPr>
          </a:p>
        </p:txBody>
      </p:sp>
      <p:pic>
        <p:nvPicPr>
          <p:cNvPr id="233" name="Picture 2"/>
          <p:cNvPicPr/>
          <p:nvPr/>
        </p:nvPicPr>
        <p:blipFill>
          <a:blip r:embed="rId3"/>
          <a:stretch/>
        </p:blipFill>
        <p:spPr>
          <a:xfrm>
            <a:off x="395640" y="3000240"/>
            <a:ext cx="7788240" cy="8863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MÓDULOS. Introducción</a:t>
            </a:r>
            <a:endParaRPr lang="es-ES" sz="3400" b="0" strike="noStrike" spc="-1">
              <a:latin typeface="Arial"/>
            </a:endParaRPr>
          </a:p>
        </p:txBody>
      </p:sp>
      <p:sp>
        <p:nvSpPr>
          <p:cNvPr id="23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53880" indent="-3528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Apache es un servidor modular, es decir, la funcionalidad de su núcleo se puede ampliar con módulos.</a:t>
            </a:r>
            <a:endParaRPr lang="es-ES" sz="3200" b="0" strike="noStrike" spc="-1">
              <a:latin typeface="Arial"/>
            </a:endParaRPr>
          </a:p>
          <a:p>
            <a:pPr marL="353880" indent="-3528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Cada módulo se configura con directivas que se establecen en su correspondiente fichero </a:t>
            </a:r>
            <a:r>
              <a:rPr lang="es-ES" sz="3200" b="1" strike="noStrike" spc="-1">
                <a:solidFill>
                  <a:srgbClr val="000000"/>
                </a:solidFill>
                <a:latin typeface="Arial"/>
                <a:ea typeface="DejaVu Sans"/>
              </a:rPr>
              <a:t>.conf</a:t>
            </a:r>
            <a:r>
              <a:rPr lang="es-ES" sz="3200" b="0" strike="noStrike" spc="-1">
                <a:solidFill>
                  <a:srgbClr val="000000"/>
                </a:solidFill>
                <a:latin typeface="Arial"/>
                <a:ea typeface="DejaVu Sans"/>
              </a:rPr>
              <a:t>.</a:t>
            </a:r>
            <a:endParaRPr lang="es-ES" sz="3200" b="0" strike="noStrike" spc="-1">
              <a:latin typeface="Arial"/>
            </a:endParaRPr>
          </a:p>
          <a:p>
            <a:pPr algn="just">
              <a:lnSpc>
                <a:spcPct val="100000"/>
              </a:lnSpc>
              <a:spcBef>
                <a:spcPts val="561"/>
              </a:spcBef>
            </a:pPr>
            <a:endParaRPr lang="es-ES" sz="3200" b="0" strike="noStrike" spc="-1">
              <a:latin typeface="Arial"/>
            </a:endParaRPr>
          </a:p>
          <a:p>
            <a:pPr algn="just">
              <a:lnSpc>
                <a:spcPct val="100000"/>
              </a:lnSpc>
              <a:spcBef>
                <a:spcPts val="561"/>
              </a:spcBef>
            </a:pPr>
            <a:endParaRPr lang="es-ES" sz="3200" b="0" strike="noStrike" spc="-1">
              <a:latin typeface="Arial"/>
            </a:endParaRPr>
          </a:p>
          <a:p>
            <a:pPr>
              <a:lnSpc>
                <a:spcPct val="100000"/>
              </a:lnSpc>
              <a:spcBef>
                <a:spcPts val="479"/>
              </a:spcBef>
            </a:pPr>
            <a:endParaRPr lang="es-ES" sz="3200" b="0" strike="noStrike" spc="-1">
              <a:latin typeface="Arial"/>
            </a:endParaRPr>
          </a:p>
        </p:txBody>
      </p:sp>
      <p:sp>
        <p:nvSpPr>
          <p:cNvPr id="236"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78D6EEF8-62F2-41D2-87D1-FCDF972FEE3D}" type="slidenum">
              <a:rPr lang="es-ES" sz="1200" b="0" i="1" strike="noStrike" spc="-1">
                <a:solidFill>
                  <a:srgbClr val="91E614"/>
                </a:solidFill>
                <a:latin typeface="Century Gothic"/>
                <a:ea typeface="DejaVu Sans"/>
              </a:rPr>
              <a:t>33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MÓDULOS. Introducción</a:t>
            </a:r>
            <a:endParaRPr lang="es-ES" sz="3400" b="0" strike="noStrike" spc="-1">
              <a:latin typeface="Arial"/>
            </a:endParaRPr>
          </a:p>
        </p:txBody>
      </p:sp>
      <p:sp>
        <p:nvSpPr>
          <p:cNvPr id="23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pPr>
            <a:r>
              <a:rPr lang="es-ES" sz="3200" b="0" strike="noStrike" spc="-1">
                <a:solidFill>
                  <a:srgbClr val="FF0000"/>
                </a:solidFill>
                <a:latin typeface="Arial"/>
                <a:ea typeface="DejaVu Sans"/>
              </a:rPr>
              <a:t>Tipos</a:t>
            </a:r>
            <a:endParaRPr lang="es-ES" sz="3200" b="0" strike="noStrike" spc="-1">
              <a:latin typeface="Arial"/>
            </a:endParaRPr>
          </a:p>
          <a:p>
            <a:pPr marL="343080" indent="-342000" algn="just">
              <a:lnSpc>
                <a:spcPct val="100000"/>
              </a:lnSpc>
              <a:spcBef>
                <a:spcPts val="479"/>
              </a:spcBef>
              <a:buClr>
                <a:srgbClr val="000000"/>
              </a:buClr>
              <a:buFont typeface="Symbol"/>
              <a:buChar char=""/>
            </a:pPr>
            <a:r>
              <a:rPr lang="es-ES" sz="2400" b="1" strike="noStrike" spc="-1">
                <a:solidFill>
                  <a:srgbClr val="000000"/>
                </a:solidFill>
                <a:latin typeface="Arial"/>
                <a:ea typeface="DejaVu Sans"/>
              </a:rPr>
              <a:t>Módulos estáticos </a:t>
            </a:r>
            <a:r>
              <a:rPr lang="es-ES" sz="2400" b="0" strike="noStrike" spc="-1">
                <a:solidFill>
                  <a:srgbClr val="000000"/>
                </a:solidFill>
                <a:latin typeface="Arial"/>
                <a:ea typeface="DejaVu Sans"/>
              </a:rPr>
              <a:t>que se añaden cuando se compila Apache.</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1" strike="noStrike" spc="-1">
                <a:solidFill>
                  <a:srgbClr val="000000"/>
                </a:solidFill>
                <a:latin typeface="Arial"/>
                <a:ea typeface="DejaVu Sans"/>
              </a:rPr>
              <a:t>Módulos que se cargan dinámicamente </a:t>
            </a:r>
            <a:r>
              <a:rPr lang="es-ES" sz="2400" b="0" strike="noStrike" spc="-1">
                <a:solidFill>
                  <a:srgbClr val="000000"/>
                </a:solidFill>
                <a:latin typeface="Arial"/>
                <a:ea typeface="DejaVu Sans"/>
              </a:rPr>
              <a:t>cuando se inicia el servidor.</a:t>
            </a:r>
            <a:endParaRPr lang="es-ES" sz="2400" b="0" strike="noStrike" spc="-1">
              <a:latin typeface="Arial"/>
            </a:endParaRPr>
          </a:p>
          <a:p>
            <a:pPr marL="343080" indent="-342000">
              <a:lnSpc>
                <a:spcPct val="100000"/>
              </a:lnSpc>
              <a:spcBef>
                <a:spcPts val="479"/>
              </a:spcBef>
            </a:pPr>
            <a:r>
              <a:rPr lang="es-ES" sz="2400" b="0" strike="noStrike" spc="-1">
                <a:solidFill>
                  <a:srgbClr val="000000"/>
                </a:solidFill>
                <a:latin typeface="Arial"/>
                <a:ea typeface="DejaVu Sans"/>
              </a:rPr>
              <a:t>	Ventajas:</a:t>
            </a:r>
            <a:endParaRPr lang="es-ES" sz="2400" b="0" strike="noStrike" spc="-1">
              <a:latin typeface="Arial"/>
            </a:endParaRPr>
          </a:p>
          <a:p>
            <a:pPr marL="743040" lvl="1" indent="-284760">
              <a:lnSpc>
                <a:spcPct val="100000"/>
              </a:lnSpc>
              <a:spcBef>
                <a:spcPts val="400"/>
              </a:spcBef>
              <a:buClr>
                <a:srgbClr val="000000"/>
              </a:buClr>
              <a:buFont typeface="Arial"/>
              <a:buChar char="•"/>
            </a:pPr>
            <a:r>
              <a:rPr lang="es-ES" sz="2000" b="0" strike="noStrike" spc="-1">
                <a:solidFill>
                  <a:srgbClr val="000000"/>
                </a:solidFill>
                <a:latin typeface="Arial"/>
                <a:ea typeface="DejaVu Sans"/>
              </a:rPr>
              <a:t>Servidor más flexible.</a:t>
            </a:r>
            <a:endParaRPr lang="es-ES" sz="2000" b="0" strike="noStrike" spc="-1">
              <a:latin typeface="Arial"/>
            </a:endParaRPr>
          </a:p>
          <a:p>
            <a:pPr marL="343080" indent="-342000">
              <a:lnSpc>
                <a:spcPct val="100000"/>
              </a:lnSpc>
              <a:spcBef>
                <a:spcPts val="479"/>
              </a:spcBef>
            </a:pPr>
            <a:r>
              <a:rPr lang="es-ES" sz="2400" b="0" strike="noStrike" spc="-1">
                <a:solidFill>
                  <a:srgbClr val="000000"/>
                </a:solidFill>
                <a:latin typeface="Arial"/>
                <a:ea typeface="DejaVu Sans"/>
              </a:rPr>
              <a:t>	Desventajas DSO:</a:t>
            </a:r>
            <a:endParaRPr lang="es-ES" sz="2400" b="0" strike="noStrike" spc="-1">
              <a:latin typeface="Arial"/>
            </a:endParaRPr>
          </a:p>
          <a:p>
            <a:pPr marL="743040" lvl="1" indent="-284760">
              <a:lnSpc>
                <a:spcPct val="100000"/>
              </a:lnSpc>
              <a:spcBef>
                <a:spcPts val="400"/>
              </a:spcBef>
              <a:buClr>
                <a:srgbClr val="000000"/>
              </a:buClr>
              <a:buFont typeface="Arial"/>
              <a:buChar char="•"/>
            </a:pPr>
            <a:r>
              <a:rPr lang="es-ES" sz="2000" b="0" strike="noStrike" spc="-1">
                <a:solidFill>
                  <a:srgbClr val="000000"/>
                </a:solidFill>
                <a:latin typeface="Arial"/>
                <a:ea typeface="DejaVu Sans"/>
              </a:rPr>
              <a:t>Servidor es más lento en el arranque.</a:t>
            </a:r>
            <a:endParaRPr lang="es-ES" sz="2000" b="0" strike="noStrike" spc="-1">
              <a:latin typeface="Arial"/>
            </a:endParaRPr>
          </a:p>
          <a:p>
            <a:pPr marL="743040" lvl="1" indent="-284760">
              <a:lnSpc>
                <a:spcPct val="100000"/>
              </a:lnSpc>
              <a:spcBef>
                <a:spcPts val="400"/>
              </a:spcBef>
              <a:buClr>
                <a:srgbClr val="000000"/>
              </a:buClr>
              <a:buFont typeface="Arial"/>
              <a:buChar char="•"/>
            </a:pPr>
            <a:r>
              <a:rPr lang="es-ES" sz="2000" b="0" strike="noStrike" spc="-1">
                <a:solidFill>
                  <a:srgbClr val="000000"/>
                </a:solidFill>
                <a:latin typeface="Arial"/>
                <a:ea typeface="DejaVu Sans"/>
              </a:rPr>
              <a:t>Servidor más lento en funcionamiento.</a:t>
            </a:r>
            <a:endParaRPr lang="es-ES" sz="2000" b="0" strike="noStrike" spc="-1">
              <a:latin typeface="Arial"/>
            </a:endParaRPr>
          </a:p>
          <a:p>
            <a:pPr algn="just">
              <a:lnSpc>
                <a:spcPct val="100000"/>
              </a:lnSpc>
              <a:spcBef>
                <a:spcPts val="561"/>
              </a:spcBef>
            </a:pPr>
            <a:endParaRPr lang="es-ES" sz="2000" b="0" strike="noStrike" spc="-1">
              <a:latin typeface="Arial"/>
            </a:endParaRPr>
          </a:p>
          <a:p>
            <a:pPr>
              <a:lnSpc>
                <a:spcPct val="100000"/>
              </a:lnSpc>
              <a:spcBef>
                <a:spcPts val="479"/>
              </a:spcBef>
            </a:pPr>
            <a:endParaRPr lang="es-ES" sz="2000" b="0" strike="noStrike" spc="-1">
              <a:latin typeface="Arial"/>
            </a:endParaRPr>
          </a:p>
        </p:txBody>
      </p:sp>
      <p:sp>
        <p:nvSpPr>
          <p:cNvPr id="239"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B852F85-C0F5-44FF-8705-DABE24A39C2A}" type="slidenum">
              <a:rPr lang="es-ES" sz="1200" b="0" i="1" strike="noStrike" spc="-1">
                <a:solidFill>
                  <a:srgbClr val="91E614"/>
                </a:solidFill>
                <a:latin typeface="Century Gothic"/>
                <a:ea typeface="DejaVu Sans"/>
              </a:rPr>
              <a:t>34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a:t>
            </a:r>
            <a:endParaRPr lang="es-ES" sz="3400" b="0" strike="noStrike" spc="-1">
              <a:latin typeface="Arial"/>
            </a:endParaRPr>
          </a:p>
        </p:txBody>
      </p:sp>
      <p:sp>
        <p:nvSpPr>
          <p:cNvPr id="24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000000"/>
                </a:solidFill>
                <a:latin typeface="Arial"/>
                <a:ea typeface="DejaVu Sans"/>
              </a:rPr>
              <a:t>Puedes consultar los módulos estáticos que se han cargado al compilar el servidor  mediante el comando:</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apache2ctl   –l</a:t>
            </a: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Otra forma de consultarlo es (se visualizan los módulos que se cargan de forma dinámica y estática):</a:t>
            </a:r>
            <a:endParaRPr lang="es-ES" sz="2800" b="0" strike="noStrike" spc="-1">
              <a:latin typeface="Arial"/>
            </a:endParaRPr>
          </a:p>
          <a:p>
            <a:pPr>
              <a:lnSpc>
                <a:spcPct val="100000"/>
              </a:lnSpc>
              <a:spcBef>
                <a:spcPts val="561"/>
              </a:spcBef>
            </a:pPr>
            <a:r>
              <a:rPr lang="es-ES" sz="2800" b="1" strike="noStrike" spc="-1">
                <a:solidFill>
                  <a:srgbClr val="000000"/>
                </a:solidFill>
                <a:latin typeface="Arial"/>
                <a:ea typeface="DejaVu Sans"/>
              </a:rPr>
              <a:t>		apache2ctl   –M</a:t>
            </a: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También se pueden visualizar los que se cargan de forma dinámica consultando el directorio:</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/etc/apache2/mods-enabled</a:t>
            </a:r>
            <a:r>
              <a:rPr lang="es-ES" sz="2800" b="0" strike="noStrike" spc="-1">
                <a:solidFill>
                  <a:srgbClr val="000000"/>
                </a:solidFill>
                <a:latin typeface="Arial"/>
                <a:ea typeface="DejaVu Sans"/>
              </a:rPr>
              <a:t>.</a:t>
            </a:r>
            <a:endParaRPr lang="es-ES" sz="2800" b="0" strike="noStrike" spc="-1">
              <a:latin typeface="Arial"/>
            </a:endParaRPr>
          </a:p>
          <a:p>
            <a:pPr marL="353880" indent="-352800" algn="just">
              <a:lnSpc>
                <a:spcPct val="100000"/>
              </a:lnSpc>
              <a:spcBef>
                <a:spcPts val="561"/>
              </a:spcBef>
            </a:pPr>
            <a:endParaRPr lang="es-ES" sz="2800" b="0" strike="noStrike" spc="-1">
              <a:latin typeface="Arial"/>
            </a:endParaRPr>
          </a:p>
          <a:p>
            <a:pPr>
              <a:lnSpc>
                <a:spcPct val="100000"/>
              </a:lnSpc>
              <a:spcBef>
                <a:spcPts val="479"/>
              </a:spcBef>
            </a:pPr>
            <a:endParaRPr lang="es-ES" sz="2800" b="0" strike="noStrike" spc="-1">
              <a:latin typeface="Arial"/>
            </a:endParaRPr>
          </a:p>
        </p:txBody>
      </p:sp>
      <p:sp>
        <p:nvSpPr>
          <p:cNvPr id="242"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C4BF89C-5273-492B-BD96-33926E11B22C}" type="slidenum">
              <a:rPr lang="es-ES" sz="1200" b="0" i="1" strike="noStrike" spc="-1">
                <a:solidFill>
                  <a:srgbClr val="91E614"/>
                </a:solidFill>
                <a:latin typeface="Century Gothic"/>
                <a:ea typeface="DejaVu Sans"/>
              </a:rPr>
              <a:t>35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 </a:t>
            </a:r>
            <a:r>
              <a:rPr lang="es-ES" sz="3400" b="0" strike="noStrike" spc="-1">
                <a:solidFill>
                  <a:srgbClr val="66FF33"/>
                </a:solidFill>
                <a:latin typeface="Century Gothic"/>
                <a:ea typeface="DejaVu Sans"/>
              </a:rPr>
              <a:t>(Debian/Ubuntu)</a:t>
            </a:r>
            <a:endParaRPr lang="es-ES" sz="3400" b="0" strike="noStrike" spc="-1">
              <a:latin typeface="Arial"/>
            </a:endParaRPr>
          </a:p>
        </p:txBody>
      </p:sp>
      <p:sp>
        <p:nvSpPr>
          <p:cNvPr id="244"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1" strike="noStrike" spc="-1">
                <a:solidFill>
                  <a:srgbClr val="FF0000"/>
                </a:solidFill>
                <a:latin typeface="Arial"/>
                <a:ea typeface="DejaVu Sans"/>
              </a:rPr>
              <a:t>Módulos disponibles</a:t>
            </a:r>
            <a:endParaRPr lang="es-ES" sz="28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Podemos encontrar los módulos disponibles para cargar en la carpeta </a:t>
            </a:r>
            <a:r>
              <a:rPr lang="es-ES" sz="2400" b="1" i="1" strike="noStrike" spc="-1">
                <a:solidFill>
                  <a:srgbClr val="000000"/>
                </a:solidFill>
                <a:latin typeface="Arial"/>
                <a:ea typeface="DejaVu Sans"/>
              </a:rPr>
              <a:t>/usr/lib/apache2/modules</a:t>
            </a:r>
            <a:r>
              <a:rPr lang="es-ES" sz="2400" b="0" strike="noStrike" spc="-1">
                <a:solidFill>
                  <a:srgbClr val="000000"/>
                </a:solidFill>
                <a:latin typeface="Arial"/>
                <a:ea typeface="DejaVu Sans"/>
              </a:rPr>
              <a:t> (archivos </a:t>
            </a:r>
            <a:r>
              <a:rPr lang="es-ES" sz="2400" b="1" strike="noStrike" spc="-1">
                <a:solidFill>
                  <a:srgbClr val="000000"/>
                </a:solidFill>
                <a:latin typeface="Arial"/>
                <a:ea typeface="DejaVu Sans"/>
              </a:rPr>
              <a:t>.so</a:t>
            </a:r>
            <a:r>
              <a:rPr lang="es-ES" sz="2400" b="0" strike="noStrike" spc="-1">
                <a:solidFill>
                  <a:srgbClr val="000000"/>
                </a:solidFill>
                <a:latin typeface="Arial"/>
                <a:ea typeface="DejaVu Sans"/>
              </a:rPr>
              <a:t>):</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ls  -la   /usr/lib/apache2/modules</a:t>
            </a: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p:txBody>
      </p:sp>
      <p:sp>
        <p:nvSpPr>
          <p:cNvPr id="245"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2669E38-83E4-4027-ADEA-AD81447E7B4C}" type="slidenum">
              <a:rPr lang="es-ES" sz="1200" b="0" i="1" strike="noStrike" spc="-1">
                <a:solidFill>
                  <a:srgbClr val="91E614"/>
                </a:solidFill>
                <a:latin typeface="Century Gothic"/>
                <a:ea typeface="DejaVu Sans"/>
              </a:rPr>
              <a:t>36</a:t>
            </a:fld>
            <a:endParaRPr lang="es-ES" sz="1200" b="0" strike="noStrike" spc="-1">
              <a:latin typeface="Arial"/>
            </a:endParaRPr>
          </a:p>
        </p:txBody>
      </p:sp>
      <p:pic>
        <p:nvPicPr>
          <p:cNvPr id="246" name="5 Imagen"/>
          <p:cNvPicPr/>
          <p:nvPr/>
        </p:nvPicPr>
        <p:blipFill>
          <a:blip r:embed="rId3"/>
          <a:stretch/>
        </p:blipFill>
        <p:spPr>
          <a:xfrm>
            <a:off x="2143080" y="2857680"/>
            <a:ext cx="5128200" cy="37342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MÓDULOS. Introducción</a:t>
            </a:r>
            <a:endParaRPr lang="es-ES" sz="3400" b="0" strike="noStrike" spc="-1">
              <a:latin typeface="Arial"/>
            </a:endParaRPr>
          </a:p>
        </p:txBody>
      </p:sp>
      <p:sp>
        <p:nvSpPr>
          <p:cNvPr id="24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1" strike="noStrike" spc="-1" dirty="0">
                <a:solidFill>
                  <a:srgbClr val="FF0000"/>
                </a:solidFill>
                <a:latin typeface="Arial"/>
                <a:ea typeface="DejaVu Sans"/>
              </a:rPr>
              <a:t>Directivas</a:t>
            </a:r>
            <a:endParaRPr lang="es-ES" sz="2800" b="0" strike="noStrike" spc="-1" dirty="0">
              <a:latin typeface="Arial"/>
            </a:endParaRPr>
          </a:p>
          <a:p>
            <a:pPr marL="343080" indent="-342000">
              <a:lnSpc>
                <a:spcPct val="100000"/>
              </a:lnSpc>
              <a:spcBef>
                <a:spcPts val="479"/>
              </a:spcBef>
              <a:buClr>
                <a:srgbClr val="000000"/>
              </a:buClr>
              <a:buFont typeface="Symbol"/>
              <a:buChar char=""/>
            </a:pPr>
            <a:r>
              <a:rPr lang="es-ES" sz="2400" b="1" strike="noStrike" spc="-1" dirty="0" err="1">
                <a:solidFill>
                  <a:srgbClr val="000000"/>
                </a:solidFill>
                <a:latin typeface="Arial"/>
                <a:ea typeface="DejaVu Sans"/>
              </a:rPr>
              <a:t>LoadModule</a:t>
            </a:r>
            <a:endParaRPr lang="es-ES" sz="2400" b="0" strike="noStrike" spc="-1" dirty="0">
              <a:latin typeface="Arial"/>
            </a:endParaRPr>
          </a:p>
          <a:p>
            <a:pPr marL="343080" indent="-342000">
              <a:lnSpc>
                <a:spcPct val="100000"/>
              </a:lnSpc>
              <a:spcBef>
                <a:spcPts val="479"/>
              </a:spcBef>
            </a:pPr>
            <a:r>
              <a:rPr lang="es-ES" sz="2400" b="0" strike="noStrike" spc="-1" dirty="0">
                <a:solidFill>
                  <a:srgbClr val="000000"/>
                </a:solidFill>
                <a:latin typeface="Arial"/>
                <a:ea typeface="DejaVu Sans"/>
              </a:rPr>
              <a:t>	Permite cargar módulos dinámicos.</a:t>
            </a:r>
            <a:endParaRPr lang="es-ES" sz="2400" b="0" strike="noStrike" spc="-1" dirty="0">
              <a:latin typeface="Arial"/>
            </a:endParaRPr>
          </a:p>
          <a:p>
            <a:pPr marL="343080" indent="-342000">
              <a:lnSpc>
                <a:spcPct val="100000"/>
              </a:lnSpc>
              <a:spcBef>
                <a:spcPts val="479"/>
              </a:spcBef>
              <a:buClr>
                <a:srgbClr val="000000"/>
              </a:buClr>
              <a:buFont typeface="Symbol"/>
              <a:buChar char=""/>
            </a:pPr>
            <a:r>
              <a:rPr lang="es-ES" sz="2400" b="1" strike="noStrike" spc="-1" dirty="0">
                <a:solidFill>
                  <a:srgbClr val="000000"/>
                </a:solidFill>
                <a:latin typeface="Arial"/>
                <a:ea typeface="DejaVu Sans"/>
              </a:rPr>
              <a:t>&lt;</a:t>
            </a:r>
            <a:r>
              <a:rPr lang="es-ES" sz="2400" b="1" strike="noStrike" spc="-1" dirty="0" err="1">
                <a:solidFill>
                  <a:srgbClr val="000000"/>
                </a:solidFill>
                <a:latin typeface="Arial"/>
                <a:ea typeface="DejaVu Sans"/>
              </a:rPr>
              <a:t>IfModule</a:t>
            </a:r>
            <a:r>
              <a:rPr lang="es-ES" sz="2400" b="1" strike="noStrike" spc="-1" dirty="0">
                <a:solidFill>
                  <a:srgbClr val="000000"/>
                </a:solidFill>
                <a:latin typeface="Arial"/>
                <a:ea typeface="DejaVu Sans"/>
              </a:rPr>
              <a:t> </a:t>
            </a:r>
            <a:r>
              <a:rPr lang="es-ES" sz="2400" b="1" i="1" strike="noStrike" spc="-1" dirty="0" err="1">
                <a:solidFill>
                  <a:srgbClr val="000000"/>
                </a:solidFill>
                <a:latin typeface="Arial"/>
                <a:ea typeface="DejaVu Sans"/>
              </a:rPr>
              <a:t>nombre_modulo</a:t>
            </a:r>
            <a:r>
              <a:rPr lang="es-ES" sz="2400" b="1" i="1" strike="noStrike" spc="-1" dirty="0">
                <a:solidFill>
                  <a:srgbClr val="000000"/>
                </a:solidFill>
                <a:latin typeface="Arial"/>
                <a:ea typeface="DejaVu Sans"/>
              </a:rPr>
              <a:t>&gt; … &lt;/</a:t>
            </a:r>
            <a:r>
              <a:rPr lang="es-ES" sz="2400" b="1" i="1" strike="noStrike" spc="-1" dirty="0" err="1">
                <a:solidFill>
                  <a:srgbClr val="000000"/>
                </a:solidFill>
                <a:latin typeface="Arial"/>
                <a:ea typeface="DejaVu Sans"/>
              </a:rPr>
              <a:t>IfModule</a:t>
            </a:r>
            <a:r>
              <a:rPr lang="es-ES" sz="2400" b="1" i="1" strike="noStrike" spc="-1" dirty="0">
                <a:solidFill>
                  <a:srgbClr val="000000"/>
                </a:solidFill>
                <a:latin typeface="Arial"/>
                <a:ea typeface="DejaVu Sans"/>
              </a:rPr>
              <a:t>&gt;</a:t>
            </a:r>
            <a:endParaRPr lang="es-ES" sz="2400" b="0" strike="noStrike" spc="-1" dirty="0">
              <a:latin typeface="Arial"/>
            </a:endParaRPr>
          </a:p>
          <a:p>
            <a:pPr marL="343080" indent="-342000" algn="just">
              <a:lnSpc>
                <a:spcPct val="100000"/>
              </a:lnSpc>
              <a:spcBef>
                <a:spcPts val="479"/>
              </a:spcBef>
            </a:pPr>
            <a:r>
              <a:rPr lang="es-ES" sz="2400" b="0" strike="noStrike" spc="-1" dirty="0">
                <a:solidFill>
                  <a:srgbClr val="000000"/>
                </a:solidFill>
                <a:latin typeface="Arial"/>
                <a:ea typeface="DejaVu Sans"/>
              </a:rPr>
              <a:t>	Permite especificar directivas que se tendrán en cuenta si el módulo está cargado.</a:t>
            </a:r>
            <a:endParaRPr lang="es-ES" sz="2400" b="0" strike="noStrike" spc="-1" dirty="0">
              <a:latin typeface="Arial"/>
            </a:endParaRPr>
          </a:p>
          <a:p>
            <a:pPr marL="343080" indent="-342000" algn="just">
              <a:lnSpc>
                <a:spcPct val="100000"/>
              </a:lnSpc>
              <a:spcBef>
                <a:spcPts val="400"/>
              </a:spcBef>
            </a:pPr>
            <a:r>
              <a:rPr lang="es-ES" sz="2000" b="1" strike="noStrike" spc="-1" dirty="0">
                <a:solidFill>
                  <a:srgbClr val="000000"/>
                </a:solidFill>
                <a:latin typeface="Arial"/>
                <a:ea typeface="DejaVu Sans"/>
              </a:rPr>
              <a:t>/</a:t>
            </a:r>
            <a:r>
              <a:rPr lang="es-ES" sz="2000" b="1" strike="noStrike" spc="-1" dirty="0" err="1">
                <a:solidFill>
                  <a:srgbClr val="000000"/>
                </a:solidFill>
                <a:latin typeface="Arial"/>
                <a:ea typeface="DejaVu Sans"/>
              </a:rPr>
              <a:t>etc</a:t>
            </a:r>
            <a:r>
              <a:rPr lang="es-ES" sz="2000" b="1" strike="noStrike" spc="-1" dirty="0">
                <a:solidFill>
                  <a:srgbClr val="000000"/>
                </a:solidFill>
                <a:latin typeface="Arial"/>
                <a:ea typeface="DejaVu Sans"/>
              </a:rPr>
              <a:t>/apache2/mods-</a:t>
            </a:r>
            <a:r>
              <a:rPr lang="es-ES" sz="2000" b="1" strike="noStrike" spc="-1" dirty="0" err="1">
                <a:solidFill>
                  <a:srgbClr val="000000"/>
                </a:solidFill>
                <a:latin typeface="Arial"/>
                <a:ea typeface="DejaVu Sans"/>
              </a:rPr>
              <a:t>enabled</a:t>
            </a:r>
            <a:r>
              <a:rPr lang="es-ES" sz="2000" b="1" strike="noStrike" spc="-1" dirty="0">
                <a:solidFill>
                  <a:srgbClr val="000000"/>
                </a:solidFill>
                <a:latin typeface="Arial"/>
                <a:ea typeface="DejaVu Sans"/>
              </a:rPr>
              <a:t>/</a:t>
            </a:r>
            <a:r>
              <a:rPr lang="es-ES" sz="2000" b="1" strike="noStrike" spc="-1" dirty="0" err="1">
                <a:solidFill>
                  <a:srgbClr val="000000"/>
                </a:solidFill>
                <a:latin typeface="Arial"/>
                <a:ea typeface="DejaVu Sans"/>
              </a:rPr>
              <a:t>dir.load</a:t>
            </a:r>
            <a:endParaRPr lang="es-ES" sz="2000" b="0" strike="noStrike" spc="-1" dirty="0">
              <a:latin typeface="Arial"/>
            </a:endParaRPr>
          </a:p>
          <a:p>
            <a:pPr marL="343080" indent="-342000" algn="just">
              <a:lnSpc>
                <a:spcPct val="100000"/>
              </a:lnSpc>
              <a:spcBef>
                <a:spcPts val="400"/>
              </a:spcBef>
            </a:pPr>
            <a:endParaRPr lang="es-ES" sz="2000" b="0" strike="noStrike" spc="-1" dirty="0">
              <a:latin typeface="Arial"/>
            </a:endParaRPr>
          </a:p>
          <a:p>
            <a:pPr marL="343080" indent="-342000" algn="just">
              <a:lnSpc>
                <a:spcPct val="100000"/>
              </a:lnSpc>
              <a:spcBef>
                <a:spcPts val="400"/>
              </a:spcBef>
            </a:pPr>
            <a:endParaRPr lang="es-ES" sz="2000" b="0" strike="noStrike" spc="-1" dirty="0">
              <a:latin typeface="Arial"/>
            </a:endParaRPr>
          </a:p>
          <a:p>
            <a:pPr marL="343080" indent="-342000" algn="just">
              <a:lnSpc>
                <a:spcPct val="100000"/>
              </a:lnSpc>
              <a:spcBef>
                <a:spcPts val="400"/>
              </a:spcBef>
            </a:pPr>
            <a:r>
              <a:rPr lang="es-ES" sz="2000" b="1" strike="noStrike" spc="-1" dirty="0">
                <a:solidFill>
                  <a:srgbClr val="000000"/>
                </a:solidFill>
                <a:latin typeface="Arial"/>
                <a:ea typeface="DejaVu Sans"/>
              </a:rPr>
              <a:t>/</a:t>
            </a:r>
            <a:r>
              <a:rPr lang="es-ES" sz="2000" b="1" strike="noStrike" spc="-1" dirty="0" err="1">
                <a:solidFill>
                  <a:srgbClr val="000000"/>
                </a:solidFill>
                <a:latin typeface="Arial"/>
                <a:ea typeface="DejaVu Sans"/>
              </a:rPr>
              <a:t>etc</a:t>
            </a:r>
            <a:r>
              <a:rPr lang="es-ES" sz="2000" b="1" strike="noStrike" spc="-1" dirty="0">
                <a:solidFill>
                  <a:srgbClr val="000000"/>
                </a:solidFill>
                <a:latin typeface="Arial"/>
                <a:ea typeface="DejaVu Sans"/>
              </a:rPr>
              <a:t>/apache2/mods-</a:t>
            </a:r>
            <a:r>
              <a:rPr lang="es-ES" sz="2000" b="1" strike="noStrike" spc="-1" dirty="0" err="1">
                <a:solidFill>
                  <a:srgbClr val="000000"/>
                </a:solidFill>
                <a:latin typeface="Arial"/>
                <a:ea typeface="DejaVu Sans"/>
              </a:rPr>
              <a:t>enabled</a:t>
            </a:r>
            <a:r>
              <a:rPr lang="es-ES" sz="2000" b="1" strike="noStrike" spc="-1" dirty="0">
                <a:solidFill>
                  <a:srgbClr val="000000"/>
                </a:solidFill>
                <a:latin typeface="Arial"/>
                <a:ea typeface="DejaVu Sans"/>
              </a:rPr>
              <a:t>/</a:t>
            </a:r>
            <a:r>
              <a:rPr lang="es-ES" sz="2000" b="1" strike="noStrike" spc="-1" dirty="0" err="1">
                <a:solidFill>
                  <a:srgbClr val="000000"/>
                </a:solidFill>
                <a:latin typeface="Arial"/>
                <a:ea typeface="DejaVu Sans"/>
              </a:rPr>
              <a:t>dir.conf</a:t>
            </a:r>
            <a:endParaRPr lang="es-ES" sz="2000" b="0" strike="noStrike" spc="-1" dirty="0">
              <a:latin typeface="Arial"/>
            </a:endParaRPr>
          </a:p>
          <a:p>
            <a:pPr marL="343080" indent="-342000" algn="just">
              <a:lnSpc>
                <a:spcPct val="100000"/>
              </a:lnSpc>
              <a:spcBef>
                <a:spcPts val="400"/>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a:p>
            <a:pPr marL="343080" indent="-342000" algn="just">
              <a:lnSpc>
                <a:spcPct val="100000"/>
              </a:lnSpc>
              <a:spcBef>
                <a:spcPts val="479"/>
              </a:spcBef>
            </a:pPr>
            <a:endParaRPr lang="es-ES" sz="2000" b="0" strike="noStrike" spc="-1" dirty="0">
              <a:latin typeface="Arial"/>
            </a:endParaRPr>
          </a:p>
        </p:txBody>
      </p:sp>
      <p:sp>
        <p:nvSpPr>
          <p:cNvPr id="249"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9FF3C40-8B2E-4815-8B48-5BCE59152688}" type="slidenum">
              <a:rPr lang="es-ES" sz="1200" b="0" i="1" strike="noStrike" spc="-1">
                <a:solidFill>
                  <a:srgbClr val="91E614"/>
                </a:solidFill>
                <a:latin typeface="Century Gothic"/>
                <a:ea typeface="DejaVu Sans"/>
              </a:rPr>
              <a:t>37</a:t>
            </a:fld>
            <a:endParaRPr lang="es-ES" sz="1200" b="0" strike="noStrike" spc="-1">
              <a:latin typeface="Arial"/>
            </a:endParaRPr>
          </a:p>
        </p:txBody>
      </p:sp>
      <p:pic>
        <p:nvPicPr>
          <p:cNvPr id="250" name="Picture 7"/>
          <p:cNvPicPr/>
          <p:nvPr/>
        </p:nvPicPr>
        <p:blipFill>
          <a:blip r:embed="rId3"/>
          <a:stretch/>
        </p:blipFill>
        <p:spPr>
          <a:xfrm>
            <a:off x="0" y="4075020"/>
            <a:ext cx="9155520" cy="721080"/>
          </a:xfrm>
          <a:prstGeom prst="rect">
            <a:avLst/>
          </a:prstGeom>
          <a:ln>
            <a:noFill/>
          </a:ln>
        </p:spPr>
      </p:pic>
      <p:pic>
        <p:nvPicPr>
          <p:cNvPr id="251" name="Picture 10"/>
          <p:cNvPicPr/>
          <p:nvPr/>
        </p:nvPicPr>
        <p:blipFill>
          <a:blip r:embed="rId4"/>
          <a:stretch/>
        </p:blipFill>
        <p:spPr>
          <a:xfrm>
            <a:off x="23760" y="5130261"/>
            <a:ext cx="9131760" cy="13784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 </a:t>
            </a:r>
            <a:r>
              <a:rPr lang="es-ES" sz="3400" b="0" strike="noStrike" spc="-1">
                <a:solidFill>
                  <a:srgbClr val="66FF33"/>
                </a:solidFill>
                <a:latin typeface="Century Gothic"/>
                <a:ea typeface="DejaVu Sans"/>
              </a:rPr>
              <a:t>(Debian/Ubuntu)</a:t>
            </a:r>
            <a:endParaRPr lang="es-ES" sz="3400" b="0" strike="noStrike" spc="-1">
              <a:latin typeface="Arial"/>
            </a:endParaRPr>
          </a:p>
        </p:txBody>
      </p:sp>
      <p:sp>
        <p:nvSpPr>
          <p:cNvPr id="25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1" strike="noStrike" spc="-1" dirty="0">
                <a:solidFill>
                  <a:srgbClr val="FF0000"/>
                </a:solidFill>
                <a:latin typeface="Arial"/>
                <a:ea typeface="DejaVu Sans"/>
              </a:rPr>
              <a:t>Directorios y ficheros de configuración</a:t>
            </a:r>
            <a:endParaRPr lang="es-ES" sz="2800" b="0" strike="noStrike" spc="-1" dirty="0">
              <a:latin typeface="Arial"/>
            </a:endParaRPr>
          </a:p>
          <a:p>
            <a:pPr marL="343080" indent="-342000">
              <a:lnSpc>
                <a:spcPct val="100000"/>
              </a:lnSpc>
              <a:spcBef>
                <a:spcPts val="561"/>
              </a:spcBef>
            </a:pPr>
            <a:r>
              <a:rPr lang="es-ES" sz="2800" b="1" strike="noStrike" spc="-1" dirty="0">
                <a:solidFill>
                  <a:srgbClr val="000000"/>
                </a:solidFill>
                <a:latin typeface="Arial"/>
                <a:ea typeface="DejaVu Sans"/>
              </a:rPr>
              <a:t>/</a:t>
            </a:r>
            <a:r>
              <a:rPr lang="es-ES" sz="2800" b="1" strike="noStrike" spc="-1" dirty="0" err="1">
                <a:solidFill>
                  <a:srgbClr val="000000"/>
                </a:solidFill>
                <a:latin typeface="Arial"/>
                <a:ea typeface="DejaVu Sans"/>
              </a:rPr>
              <a:t>etc</a:t>
            </a:r>
            <a:r>
              <a:rPr lang="es-ES" sz="2800" b="1" strike="noStrike" spc="-1" dirty="0">
                <a:solidFill>
                  <a:srgbClr val="000000"/>
                </a:solidFill>
                <a:latin typeface="Arial"/>
                <a:ea typeface="DejaVu Sans"/>
              </a:rPr>
              <a:t>/apache2/mods-</a:t>
            </a:r>
            <a:r>
              <a:rPr lang="es-ES" sz="2800" b="1" strike="noStrike" spc="-1" dirty="0" err="1">
                <a:solidFill>
                  <a:srgbClr val="000000"/>
                </a:solidFill>
                <a:latin typeface="Arial"/>
                <a:ea typeface="DejaVu Sans"/>
              </a:rPr>
              <a:t>available</a:t>
            </a:r>
            <a:r>
              <a:rPr lang="es-ES" sz="2800" b="1" strike="noStrike" spc="-1" dirty="0">
                <a:solidFill>
                  <a:srgbClr val="000000"/>
                </a:solidFill>
                <a:latin typeface="Arial"/>
                <a:ea typeface="DejaVu Sans"/>
              </a:rPr>
              <a:t>/</a:t>
            </a:r>
            <a:endParaRPr lang="es-ES" sz="2800" b="0" strike="noStrike" spc="-1" dirty="0">
              <a:latin typeface="Arial"/>
            </a:endParaRPr>
          </a:p>
          <a:p>
            <a:pPr marL="743040" lvl="1" indent="-284760">
              <a:lnSpc>
                <a:spcPct val="100000"/>
              </a:lnSpc>
              <a:spcBef>
                <a:spcPts val="479"/>
              </a:spcBef>
              <a:buClr>
                <a:srgbClr val="000000"/>
              </a:buClr>
              <a:buFont typeface="Arial"/>
              <a:buChar char="•"/>
            </a:pPr>
            <a:r>
              <a:rPr lang="es-ES" sz="2400" b="0" strike="noStrike" spc="-1" dirty="0">
                <a:solidFill>
                  <a:srgbClr val="000000"/>
                </a:solidFill>
                <a:latin typeface="Arial"/>
                <a:ea typeface="DejaVu Sans"/>
              </a:rPr>
              <a:t>Ficheros </a:t>
            </a:r>
            <a:r>
              <a:rPr lang="es-ES" sz="2400" b="1" strike="noStrike" spc="-1" dirty="0">
                <a:solidFill>
                  <a:srgbClr val="000000"/>
                </a:solidFill>
                <a:latin typeface="Arial"/>
                <a:ea typeface="DejaVu Sans"/>
              </a:rPr>
              <a:t>.load</a:t>
            </a:r>
            <a:endParaRPr lang="es-ES" sz="2400" b="0" strike="noStrike" spc="-1" dirty="0">
              <a:latin typeface="Arial"/>
            </a:endParaRPr>
          </a:p>
          <a:p>
            <a:pPr marL="1143000" lvl="2" indent="-227520">
              <a:lnSpc>
                <a:spcPct val="100000"/>
              </a:lnSpc>
              <a:spcBef>
                <a:spcPts val="479"/>
              </a:spcBef>
              <a:buClr>
                <a:srgbClr val="000000"/>
              </a:buClr>
              <a:buFont typeface="Courier New"/>
              <a:buChar char="o"/>
            </a:pPr>
            <a:r>
              <a:rPr lang="es-ES" sz="2400" b="0" strike="noStrike" spc="-1" dirty="0">
                <a:solidFill>
                  <a:srgbClr val="000000"/>
                </a:solidFill>
                <a:latin typeface="Arial"/>
                <a:ea typeface="DejaVu Sans"/>
              </a:rPr>
              <a:t>Para cargar un módulo.</a:t>
            </a:r>
            <a:endParaRPr lang="es-ES" sz="2400" b="0" strike="noStrike" spc="-1" dirty="0">
              <a:latin typeface="Arial"/>
            </a:endParaRPr>
          </a:p>
          <a:p>
            <a:pPr marL="743040" lvl="1" indent="-284760">
              <a:lnSpc>
                <a:spcPct val="100000"/>
              </a:lnSpc>
              <a:spcBef>
                <a:spcPts val="479"/>
              </a:spcBef>
              <a:buClr>
                <a:srgbClr val="000000"/>
              </a:buClr>
              <a:buFont typeface="Arial"/>
              <a:buChar char="•"/>
            </a:pPr>
            <a:r>
              <a:rPr lang="es-ES" sz="2400" b="0" strike="noStrike" spc="-1" dirty="0">
                <a:solidFill>
                  <a:srgbClr val="000000"/>
                </a:solidFill>
                <a:latin typeface="Arial"/>
                <a:ea typeface="DejaVu Sans"/>
              </a:rPr>
              <a:t>Ficheros </a:t>
            </a:r>
            <a:r>
              <a:rPr lang="es-ES" sz="2400" b="1" strike="noStrike" spc="-1" dirty="0">
                <a:solidFill>
                  <a:srgbClr val="000000"/>
                </a:solidFill>
                <a:latin typeface="Arial"/>
                <a:ea typeface="DejaVu Sans"/>
              </a:rPr>
              <a:t>.</a:t>
            </a:r>
            <a:r>
              <a:rPr lang="es-ES" sz="2400" b="1" strike="noStrike" spc="-1" dirty="0" err="1">
                <a:solidFill>
                  <a:srgbClr val="000000"/>
                </a:solidFill>
                <a:latin typeface="Arial"/>
                <a:ea typeface="DejaVu Sans"/>
              </a:rPr>
              <a:t>conf</a:t>
            </a:r>
            <a:endParaRPr lang="es-ES" sz="2400" b="0" strike="noStrike" spc="-1" dirty="0">
              <a:latin typeface="Arial"/>
            </a:endParaRPr>
          </a:p>
          <a:p>
            <a:pPr marL="1143000" lvl="2" indent="-227520">
              <a:lnSpc>
                <a:spcPct val="100000"/>
              </a:lnSpc>
              <a:spcBef>
                <a:spcPts val="479"/>
              </a:spcBef>
              <a:buClr>
                <a:srgbClr val="000000"/>
              </a:buClr>
              <a:buFont typeface="Courier New"/>
              <a:buChar char="o"/>
            </a:pPr>
            <a:r>
              <a:rPr lang="es-ES" sz="2400" b="0" strike="noStrike" spc="-1" dirty="0">
                <a:solidFill>
                  <a:srgbClr val="000000"/>
                </a:solidFill>
                <a:latin typeface="Arial"/>
                <a:ea typeface="DejaVu Sans"/>
              </a:rPr>
              <a:t>Configuración básica para iniciar el módulo.</a:t>
            </a:r>
            <a:endParaRPr lang="es-ES" sz="2400" b="0" strike="noStrike" spc="-1" dirty="0">
              <a:latin typeface="Arial"/>
            </a:endParaRPr>
          </a:p>
          <a:p>
            <a:pPr>
              <a:lnSpc>
                <a:spcPct val="100000"/>
              </a:lnSpc>
            </a:pPr>
            <a:endParaRPr lang="es-ES" sz="2400" b="0" strike="noStrike" spc="-1" dirty="0">
              <a:latin typeface="Arial"/>
            </a:endParaRPr>
          </a:p>
          <a:p>
            <a:pPr>
              <a:lnSpc>
                <a:spcPct val="100000"/>
              </a:lnSpc>
            </a:pPr>
            <a:endParaRPr lang="es-ES" sz="2400" b="0" strike="noStrike" spc="-1" dirty="0">
              <a:latin typeface="Arial"/>
            </a:endParaRPr>
          </a:p>
          <a:p>
            <a:pPr>
              <a:lnSpc>
                <a:spcPct val="100000"/>
              </a:lnSpc>
              <a:spcBef>
                <a:spcPts val="479"/>
              </a:spcBef>
            </a:pPr>
            <a:endParaRPr lang="es-ES" sz="2400" b="0" strike="noStrike" spc="-1" dirty="0">
              <a:latin typeface="Arial"/>
            </a:endParaRPr>
          </a:p>
          <a:p>
            <a:pPr marL="343080" indent="-342000" algn="just">
              <a:lnSpc>
                <a:spcPct val="100000"/>
              </a:lnSpc>
              <a:spcBef>
                <a:spcPts val="479"/>
              </a:spcBef>
            </a:pPr>
            <a:endParaRPr lang="es-ES" sz="2400" b="0" strike="noStrike" spc="-1" dirty="0">
              <a:latin typeface="Arial"/>
            </a:endParaRPr>
          </a:p>
          <a:p>
            <a:pPr marL="343080" indent="-342000" algn="just">
              <a:lnSpc>
                <a:spcPct val="100000"/>
              </a:lnSpc>
              <a:spcBef>
                <a:spcPts val="479"/>
              </a:spcBef>
            </a:pPr>
            <a:endParaRPr lang="es-ES" sz="2400" b="0" strike="noStrike" spc="-1" dirty="0">
              <a:latin typeface="Arial"/>
            </a:endParaRPr>
          </a:p>
          <a:p>
            <a:pPr marL="343080" indent="-342000" algn="just">
              <a:lnSpc>
                <a:spcPct val="100000"/>
              </a:lnSpc>
              <a:spcBef>
                <a:spcPts val="479"/>
              </a:spcBef>
            </a:pPr>
            <a:endParaRPr lang="es-ES" sz="2400" b="0" strike="noStrike" spc="-1" dirty="0">
              <a:latin typeface="Arial"/>
            </a:endParaRPr>
          </a:p>
        </p:txBody>
      </p:sp>
      <p:sp>
        <p:nvSpPr>
          <p:cNvPr id="254"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2412345-9E81-48A2-9649-F3A1B22A85BC}" type="slidenum">
              <a:rPr lang="es-ES" sz="1200" b="0" i="1" strike="noStrike" spc="-1">
                <a:solidFill>
                  <a:srgbClr val="91E614"/>
                </a:solidFill>
                <a:latin typeface="Century Gothic"/>
                <a:ea typeface="DejaVu Sans"/>
              </a:rPr>
              <a:t>38</a:t>
            </a:fld>
            <a:endParaRPr lang="es-ES" sz="1200" b="0" strike="noStrike" spc="-1">
              <a:latin typeface="Arial"/>
            </a:endParaRPr>
          </a:p>
        </p:txBody>
      </p:sp>
      <p:pic>
        <p:nvPicPr>
          <p:cNvPr id="255" name="Picture 3"/>
          <p:cNvPicPr/>
          <p:nvPr/>
        </p:nvPicPr>
        <p:blipFill>
          <a:blip r:embed="rId3"/>
          <a:stretch/>
        </p:blipFill>
        <p:spPr>
          <a:xfrm>
            <a:off x="-22320" y="4429080"/>
            <a:ext cx="9165240" cy="12499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a:t>
            </a:r>
            <a:endParaRPr lang="es-ES" sz="3400" b="0" strike="noStrike" spc="-1">
              <a:latin typeface="Arial"/>
            </a:endParaRPr>
          </a:p>
        </p:txBody>
      </p:sp>
      <p:sp>
        <p:nvSpPr>
          <p:cNvPr id="25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1" strike="noStrike" spc="-1">
                <a:solidFill>
                  <a:srgbClr val="000000"/>
                </a:solidFill>
                <a:latin typeface="Arial"/>
                <a:ea typeface="DejaVu Sans"/>
              </a:rPr>
              <a:t>/etc/apache2/mods-enabled/</a:t>
            </a:r>
            <a:endParaRPr lang="es-ES" sz="2800" b="0" strike="noStrike" spc="-1">
              <a:latin typeface="Arial"/>
            </a:endParaRPr>
          </a:p>
          <a:p>
            <a:pPr marL="743040" lvl="1" indent="-284760">
              <a:lnSpc>
                <a:spcPct val="100000"/>
              </a:lnSpc>
              <a:spcBef>
                <a:spcPts val="479"/>
              </a:spcBef>
              <a:buClr>
                <a:srgbClr val="000000"/>
              </a:buClr>
              <a:buFont typeface="Arial"/>
              <a:buChar char="•"/>
            </a:pPr>
            <a:r>
              <a:rPr lang="es-ES" sz="2400" b="0" strike="noStrike" spc="-1">
                <a:solidFill>
                  <a:srgbClr val="000000"/>
                </a:solidFill>
                <a:latin typeface="Arial"/>
                <a:ea typeface="DejaVu Sans"/>
              </a:rPr>
              <a:t>Módulos habilitados.</a:t>
            </a:r>
            <a:endParaRPr lang="es-ES" sz="2400" b="0" strike="noStrike" spc="-1">
              <a:latin typeface="Arial"/>
            </a:endParaRPr>
          </a:p>
          <a:p>
            <a:pPr marL="743040" lvl="1" indent="-284760">
              <a:lnSpc>
                <a:spcPct val="100000"/>
              </a:lnSpc>
              <a:spcBef>
                <a:spcPts val="479"/>
              </a:spcBef>
              <a:buClr>
                <a:srgbClr val="000000"/>
              </a:buClr>
              <a:buFont typeface="Arial"/>
              <a:buChar char="•"/>
            </a:pPr>
            <a:r>
              <a:rPr lang="es-ES" sz="2400" b="0" strike="noStrike" spc="-1">
                <a:solidFill>
                  <a:srgbClr val="000000"/>
                </a:solidFill>
                <a:latin typeface="Arial"/>
                <a:ea typeface="DejaVu Sans"/>
              </a:rPr>
              <a:t>Enlaces simbólicos a los ficheros de </a:t>
            </a:r>
            <a:r>
              <a:rPr lang="es-ES" sz="2400" b="1" strike="noStrike" spc="-1">
                <a:solidFill>
                  <a:srgbClr val="000000"/>
                </a:solidFill>
                <a:latin typeface="Arial"/>
                <a:ea typeface="DejaVu Sans"/>
              </a:rPr>
              <a:t>mods-available</a:t>
            </a:r>
            <a:r>
              <a:rPr lang="es-ES" sz="2400" b="0" strike="noStrike" spc="-1">
                <a:solidFill>
                  <a:srgbClr val="000000"/>
                </a:solidFill>
                <a:latin typeface="Arial"/>
                <a:ea typeface="DejaVu Sans"/>
              </a:rPr>
              <a:t>.</a:t>
            </a:r>
            <a:endParaRPr lang="es-ES" sz="2400" b="0" strike="noStrike" spc="-1">
              <a:latin typeface="Arial"/>
            </a:endParaRPr>
          </a:p>
          <a:p>
            <a:pPr marL="743040" lvl="1" indent="-284760">
              <a:lnSpc>
                <a:spcPct val="100000"/>
              </a:lnSpc>
              <a:spcBef>
                <a:spcPts val="479"/>
              </a:spcBef>
              <a:buClr>
                <a:srgbClr val="000000"/>
              </a:buClr>
              <a:buFont typeface="Arial"/>
              <a:buChar char="•"/>
            </a:pPr>
            <a:r>
              <a:rPr lang="es-ES" sz="2400" b="0" strike="noStrike" spc="-1">
                <a:solidFill>
                  <a:srgbClr val="000000"/>
                </a:solidFill>
                <a:latin typeface="Arial"/>
                <a:ea typeface="DejaVu Sans"/>
              </a:rPr>
              <a:t>Módulos a cargar al iniciar Apache.</a:t>
            </a: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p:txBody>
      </p:sp>
      <p:sp>
        <p:nvSpPr>
          <p:cNvPr id="258"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72C7DF0-3FD2-452F-9E82-2FDF0465576A}" type="slidenum">
              <a:rPr lang="es-ES" sz="1200" b="0" i="1" strike="noStrike" spc="-1">
                <a:solidFill>
                  <a:srgbClr val="91E614"/>
                </a:solidFill>
                <a:latin typeface="Century Gothic"/>
                <a:ea typeface="DejaVu Sans"/>
              </a:rPr>
              <a:t>39</a:t>
            </a:fld>
            <a:endParaRPr lang="es-ES" sz="1200" b="0" strike="noStrike" spc="-1">
              <a:latin typeface="Arial"/>
            </a:endParaRPr>
          </a:p>
        </p:txBody>
      </p:sp>
      <p:pic>
        <p:nvPicPr>
          <p:cNvPr id="259" name="Picture 5"/>
          <p:cNvPicPr/>
          <p:nvPr/>
        </p:nvPicPr>
        <p:blipFill>
          <a:blip r:embed="rId3"/>
          <a:stretch/>
        </p:blipFill>
        <p:spPr>
          <a:xfrm>
            <a:off x="0" y="3214800"/>
            <a:ext cx="9100080" cy="11800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 </a:t>
            </a:r>
            <a:r>
              <a:rPr lang="es-ES" sz="3400" b="1" strike="noStrike" spc="-1">
                <a:solidFill>
                  <a:srgbClr val="66FF33"/>
                </a:solidFill>
                <a:latin typeface="Century Gothic"/>
                <a:ea typeface="DejaVu Sans"/>
              </a:rPr>
              <a:t>COMANDOS</a:t>
            </a:r>
            <a:endParaRPr lang="es-ES" sz="3400" b="0" strike="noStrike" spc="-1">
              <a:latin typeface="Arial"/>
            </a:endParaRPr>
          </a:p>
        </p:txBody>
      </p:sp>
      <p:sp>
        <p:nvSpPr>
          <p:cNvPr id="26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1" strike="noStrike" spc="-1">
                <a:solidFill>
                  <a:srgbClr val="FF0000"/>
                </a:solidFill>
                <a:latin typeface="Arial"/>
                <a:ea typeface="DejaVu Sans"/>
              </a:rPr>
              <a:t>Habilitar un módulo</a:t>
            </a:r>
            <a:endParaRPr lang="es-ES" sz="2800" b="0" strike="noStrike" spc="-1">
              <a:latin typeface="Arial"/>
            </a:endParaRPr>
          </a:p>
          <a:p>
            <a:pPr marL="343080" indent="-342000">
              <a:lnSpc>
                <a:spcPct val="100000"/>
              </a:lnSpc>
              <a:spcBef>
                <a:spcPts val="561"/>
              </a:spcBef>
            </a:pPr>
            <a:r>
              <a:rPr lang="es-ES" sz="2800" b="1" strike="noStrike" spc="-1">
                <a:solidFill>
                  <a:srgbClr val="000000"/>
                </a:solidFill>
                <a:latin typeface="Arial"/>
                <a:ea typeface="DejaVu Sans"/>
              </a:rPr>
              <a:t>	a2enmod </a:t>
            </a:r>
            <a:r>
              <a:rPr lang="es-ES" sz="2800" b="1" i="1" strike="noStrike" spc="-1">
                <a:solidFill>
                  <a:srgbClr val="000000"/>
                </a:solidFill>
                <a:latin typeface="Arial"/>
                <a:ea typeface="DejaVu Sans"/>
              </a:rPr>
              <a:t>nombre_modulo</a:t>
            </a:r>
            <a:endParaRPr lang="es-ES" sz="2800" b="0" strike="noStrike" spc="-1">
              <a:latin typeface="Arial"/>
            </a:endParaRPr>
          </a:p>
          <a:p>
            <a:pPr marL="343080" indent="-342000">
              <a:lnSpc>
                <a:spcPct val="100000"/>
              </a:lnSpc>
              <a:spcBef>
                <a:spcPts val="561"/>
              </a:spcBef>
            </a:pPr>
            <a:r>
              <a:rPr lang="es-ES" sz="2800" b="0" strike="noStrike" spc="-1">
                <a:solidFill>
                  <a:srgbClr val="000000"/>
                </a:solidFill>
                <a:latin typeface="Arial"/>
                <a:ea typeface="DejaVu Sans"/>
              </a:rPr>
              <a:t>Crea un enlace simbólico en </a:t>
            </a:r>
            <a:r>
              <a:rPr lang="es-ES" sz="2800" b="1" strike="noStrike" spc="-1">
                <a:solidFill>
                  <a:srgbClr val="000000"/>
                </a:solidFill>
                <a:latin typeface="Arial"/>
                <a:ea typeface="DejaVu Sans"/>
              </a:rPr>
              <a:t>mods_enabled</a:t>
            </a:r>
            <a:r>
              <a:rPr lang="es-ES" sz="2800" b="0" strike="noStrike" spc="-1">
                <a:solidFill>
                  <a:srgbClr val="000000"/>
                </a:solidFill>
                <a:latin typeface="Arial"/>
                <a:ea typeface="DejaVu Sans"/>
              </a:rPr>
              <a:t>.</a:t>
            </a:r>
            <a:endParaRPr lang="es-ES" sz="2800" b="0" strike="noStrike" spc="-1">
              <a:latin typeface="Arial"/>
            </a:endParaRPr>
          </a:p>
          <a:p>
            <a:pPr marL="343080" indent="-342000">
              <a:lnSpc>
                <a:spcPct val="100000"/>
              </a:lnSpc>
              <a:spcBef>
                <a:spcPts val="561"/>
              </a:spcBef>
            </a:pPr>
            <a:r>
              <a:rPr lang="es-ES" sz="2800" b="1" strike="noStrike" spc="-1">
                <a:solidFill>
                  <a:srgbClr val="FF0000"/>
                </a:solidFill>
                <a:latin typeface="Arial"/>
                <a:ea typeface="DejaVu Sans"/>
              </a:rPr>
              <a:t>Deshabilitar un módulo</a:t>
            </a:r>
            <a:endParaRPr lang="es-ES" sz="2800" b="0" strike="noStrike" spc="-1">
              <a:latin typeface="Arial"/>
            </a:endParaRPr>
          </a:p>
          <a:p>
            <a:pPr marL="343080" indent="-342000">
              <a:lnSpc>
                <a:spcPct val="100000"/>
              </a:lnSpc>
              <a:spcBef>
                <a:spcPts val="561"/>
              </a:spcBef>
            </a:pPr>
            <a:r>
              <a:rPr lang="es-ES" sz="2800" b="1" strike="noStrike" spc="-1">
                <a:solidFill>
                  <a:srgbClr val="000000"/>
                </a:solidFill>
                <a:latin typeface="Arial"/>
                <a:ea typeface="DejaVu Sans"/>
              </a:rPr>
              <a:t>	a2dismod </a:t>
            </a:r>
            <a:r>
              <a:rPr lang="es-ES" sz="2800" b="1" i="1" strike="noStrike" spc="-1">
                <a:solidFill>
                  <a:srgbClr val="000000"/>
                </a:solidFill>
                <a:latin typeface="Arial"/>
                <a:ea typeface="DejaVu Sans"/>
              </a:rPr>
              <a:t>nombre_modulo</a:t>
            </a:r>
            <a:endParaRPr lang="es-ES" sz="2800" b="0" strike="noStrike" spc="-1">
              <a:latin typeface="Arial"/>
            </a:endParaRPr>
          </a:p>
          <a:p>
            <a:pPr marL="343080" indent="-342000">
              <a:lnSpc>
                <a:spcPct val="100000"/>
              </a:lnSpc>
              <a:spcBef>
                <a:spcPts val="561"/>
              </a:spcBef>
            </a:pPr>
            <a:r>
              <a:rPr lang="es-ES" sz="2800" b="0" strike="noStrike" spc="-1">
                <a:solidFill>
                  <a:srgbClr val="000000"/>
                </a:solidFill>
                <a:latin typeface="Arial"/>
                <a:ea typeface="DejaVu Sans"/>
              </a:rPr>
              <a:t>Borra el enlace simbólico de </a:t>
            </a:r>
            <a:r>
              <a:rPr lang="es-ES" sz="2800" b="1" strike="noStrike" spc="-1">
                <a:solidFill>
                  <a:srgbClr val="000000"/>
                </a:solidFill>
                <a:latin typeface="Arial"/>
                <a:ea typeface="DejaVu Sans"/>
              </a:rPr>
              <a:t>mods_enabled</a:t>
            </a:r>
            <a:r>
              <a:rPr lang="es-ES" sz="2800" b="0" strike="noStrike" spc="-1">
                <a:solidFill>
                  <a:srgbClr val="000000"/>
                </a:solidFill>
                <a:latin typeface="Arial"/>
                <a:ea typeface="DejaVu Sans"/>
              </a:rPr>
              <a:t>.</a:t>
            </a:r>
            <a:endParaRPr lang="es-ES" sz="2800" b="0" strike="noStrike" spc="-1">
              <a:latin typeface="Arial"/>
            </a:endParaRPr>
          </a:p>
          <a:p>
            <a:pPr marL="343080" indent="-342000">
              <a:lnSpc>
                <a:spcPct val="100000"/>
              </a:lnSpc>
              <a:spcBef>
                <a:spcPts val="561"/>
              </a:spcBef>
            </a:pP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Hay que reiniciar Apache2 al habilitar/deshabilitar módulos.</a:t>
            </a: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p:txBody>
      </p:sp>
      <p:sp>
        <p:nvSpPr>
          <p:cNvPr id="262"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738C48E-DCC2-4A62-AA0F-08B3DE7136F5}" type="slidenum">
              <a:rPr lang="es-ES" sz="1200" b="0" i="1" strike="noStrike" spc="-1">
                <a:solidFill>
                  <a:srgbClr val="91E614"/>
                </a:solidFill>
                <a:latin typeface="Century Gothic"/>
                <a:ea typeface="DejaVu Sans"/>
              </a:rPr>
              <a:t>40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 </a:t>
            </a:r>
            <a:r>
              <a:rPr lang="es-ES" sz="2600" b="1" strike="noStrike" spc="-1">
                <a:solidFill>
                  <a:srgbClr val="66FF33"/>
                </a:solidFill>
                <a:latin typeface="Century Gothic"/>
                <a:ea typeface="DejaVu Sans"/>
              </a:rPr>
              <a:t>Espacio web para cada usuario ( userdir) </a:t>
            </a:r>
            <a:endParaRPr lang="es-ES" sz="2600" b="0" strike="noStrike" spc="-1">
              <a:latin typeface="Arial"/>
            </a:endParaRPr>
          </a:p>
        </p:txBody>
      </p:sp>
      <p:sp>
        <p:nvSpPr>
          <p:cNvPr id="264"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En determinadas circunstancias es útil que cada usuario del sistema tenga un directorio en el que pueda crear su propio conjunto de páginas web.</a:t>
            </a:r>
            <a:endParaRPr lang="es-ES" sz="3200" b="0" strike="noStrike" spc="-1">
              <a:latin typeface="Arial"/>
            </a:endParaRPr>
          </a:p>
          <a:p>
            <a:pPr algn="just">
              <a:lnSpc>
                <a:spcPct val="100000"/>
              </a:lnSpc>
              <a:spcBef>
                <a:spcPts val="641"/>
              </a:spcBef>
            </a:pPr>
            <a:r>
              <a:rPr lang="es-ES" sz="3200" b="0" strike="noStrike" spc="-1">
                <a:solidFill>
                  <a:srgbClr val="000000"/>
                </a:solidFill>
                <a:latin typeface="Arial"/>
                <a:ea typeface="DejaVu Sans"/>
              </a:rPr>
              <a:t>Si activamos el módulo </a:t>
            </a:r>
            <a:r>
              <a:rPr lang="es-ES" sz="3200" b="1" strike="noStrike" spc="-1">
                <a:solidFill>
                  <a:srgbClr val="000000"/>
                </a:solidFill>
                <a:latin typeface="Arial"/>
                <a:ea typeface="DejaVu Sans"/>
              </a:rPr>
              <a:t>userdir</a:t>
            </a:r>
            <a:r>
              <a:rPr lang="es-ES" sz="3200" b="0" strike="noStrike" spc="-1">
                <a:solidFill>
                  <a:srgbClr val="000000"/>
                </a:solidFill>
                <a:latin typeface="Arial"/>
                <a:ea typeface="DejaVu Sans"/>
              </a:rPr>
              <a:t> (por defecto no está activado) cada usuario tendrá un espacio al que se accederá mediante la URL </a:t>
            </a:r>
            <a:r>
              <a:rPr lang="es-ES" sz="3200" b="1" i="1" strike="noStrike" spc="-1">
                <a:solidFill>
                  <a:srgbClr val="000000"/>
                </a:solidFill>
                <a:latin typeface="Arial"/>
                <a:ea typeface="DejaVu Sans"/>
              </a:rPr>
              <a:t>http://sitioejemplo.com/~nombreusuario</a:t>
            </a:r>
            <a:r>
              <a:rPr lang="es-ES" sz="3200" b="1" strike="noStrike" spc="-1">
                <a:solidFill>
                  <a:srgbClr val="000000"/>
                </a:solidFill>
                <a:latin typeface="Arial"/>
                <a:ea typeface="DejaVu Sans"/>
              </a:rPr>
              <a:t> </a:t>
            </a:r>
            <a:r>
              <a:rPr lang="es-ES" sz="3200" b="0" strike="noStrike" spc="-1">
                <a:solidFill>
                  <a:srgbClr val="000000"/>
                </a:solidFill>
                <a:latin typeface="Arial"/>
                <a:ea typeface="DejaVu Sans"/>
              </a:rPr>
              <a:t>donde </a:t>
            </a:r>
            <a:r>
              <a:rPr lang="es-ES" sz="3200" b="0" i="1" strike="noStrike" spc="-1">
                <a:solidFill>
                  <a:srgbClr val="000000"/>
                </a:solidFill>
                <a:latin typeface="Arial"/>
                <a:ea typeface="DejaVu Sans"/>
              </a:rPr>
              <a:t>nombreusuario</a:t>
            </a:r>
            <a:r>
              <a:rPr lang="es-ES" sz="3200" b="0" strike="noStrike" spc="-1">
                <a:solidFill>
                  <a:srgbClr val="000000"/>
                </a:solidFill>
                <a:latin typeface="Arial"/>
                <a:ea typeface="DejaVu Sans"/>
              </a:rPr>
              <a:t> será el nombre de usuario Linux.</a:t>
            </a:r>
            <a:endParaRPr lang="es-ES" sz="3200" b="0" strike="noStrike" spc="-1">
              <a:latin typeface="Arial"/>
            </a:endParaRPr>
          </a:p>
        </p:txBody>
      </p:sp>
      <p:sp>
        <p:nvSpPr>
          <p:cNvPr id="26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6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E86CF37-7E98-4978-95B9-6D95CA83CB99}" type="slidenum">
              <a:rPr lang="es-ES" sz="1200" b="0" i="1" strike="noStrike" spc="-1">
                <a:solidFill>
                  <a:srgbClr val="91E614"/>
                </a:solidFill>
                <a:latin typeface="Century Gothic"/>
                <a:ea typeface="DejaVu Sans"/>
              </a:rPr>
              <a:t>41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 </a:t>
            </a:r>
            <a:r>
              <a:rPr lang="es-ES" sz="2600" b="1" strike="noStrike" spc="-1">
                <a:solidFill>
                  <a:srgbClr val="66FF33"/>
                </a:solidFill>
                <a:latin typeface="Century Gothic"/>
                <a:ea typeface="DejaVu Sans"/>
              </a:rPr>
              <a:t>Espacio web para cada usuario ( userdir) </a:t>
            </a:r>
            <a:endParaRPr lang="es-ES" sz="2600" b="0" strike="noStrike" spc="-1">
              <a:latin typeface="Arial"/>
            </a:endParaRPr>
          </a:p>
        </p:txBody>
      </p:sp>
      <p:sp>
        <p:nvSpPr>
          <p:cNvPr id="26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Cada usuario del sistema dispondrá de un espacio web que se almacena dentro de su carpeta </a:t>
            </a:r>
            <a:r>
              <a:rPr lang="es-ES" sz="3200" b="0" i="1" strike="noStrike" spc="-1">
                <a:solidFill>
                  <a:srgbClr val="000000"/>
                </a:solidFill>
                <a:latin typeface="Arial"/>
                <a:ea typeface="DejaVu Sans"/>
              </a:rPr>
              <a:t>home</a:t>
            </a:r>
            <a:r>
              <a:rPr lang="es-ES" sz="3200" b="0" strike="noStrike" spc="-1">
                <a:solidFill>
                  <a:srgbClr val="000000"/>
                </a:solidFill>
                <a:latin typeface="Arial"/>
                <a:ea typeface="DejaVu Sans"/>
              </a:rPr>
              <a:t> en una carpeta llamada </a:t>
            </a:r>
            <a:r>
              <a:rPr lang="es-ES" sz="3200" b="1" i="1" strike="noStrike" spc="-1">
                <a:solidFill>
                  <a:srgbClr val="000000"/>
                </a:solidFill>
                <a:latin typeface="Arial"/>
                <a:ea typeface="DejaVu Sans"/>
              </a:rPr>
              <a:t>public_html</a:t>
            </a:r>
            <a:r>
              <a:rPr lang="es-ES" sz="3200" b="0" strike="noStrike" spc="-1">
                <a:solidFill>
                  <a:srgbClr val="000000"/>
                </a:solidFill>
                <a:latin typeface="Arial"/>
                <a:ea typeface="DejaVu Sans"/>
              </a:rPr>
              <a:t> (por ejemplo, </a:t>
            </a:r>
            <a:r>
              <a:rPr lang="es-ES" sz="3200" b="1" i="1" strike="noStrike" spc="-1">
                <a:solidFill>
                  <a:srgbClr val="000000"/>
                </a:solidFill>
                <a:latin typeface="Arial"/>
                <a:ea typeface="DejaVu Sans"/>
              </a:rPr>
              <a:t>/home/Javier/public_html</a:t>
            </a:r>
            <a:r>
              <a:rPr lang="es-ES" sz="3200" b="0" strike="noStrike" spc="-1">
                <a:solidFill>
                  <a:srgbClr val="000000"/>
                </a:solidFill>
                <a:latin typeface="Arial"/>
                <a:ea typeface="DejaVu Sans"/>
              </a:rPr>
              <a:t>). Si dicha carpeta no existe, el propio usuario puede crearla y copiar dentro de ella su página web. Los permisos recomendados son </a:t>
            </a:r>
            <a:r>
              <a:rPr lang="es-ES" sz="3200" b="1" strike="noStrike" spc="-1">
                <a:solidFill>
                  <a:srgbClr val="000000"/>
                </a:solidFill>
                <a:latin typeface="Arial"/>
                <a:ea typeface="DejaVu Sans"/>
              </a:rPr>
              <a:t>644</a:t>
            </a:r>
            <a:r>
              <a:rPr lang="es-ES" sz="3200" b="0" strike="noStrike" spc="-1">
                <a:solidFill>
                  <a:srgbClr val="000000"/>
                </a:solidFill>
                <a:latin typeface="Arial"/>
                <a:ea typeface="DejaVu Sans"/>
              </a:rPr>
              <a:t>,  para que el 'grupo' y el 'resto' de usuarios tengan acceso de lectura y así se puedan visualizar las páginas.</a:t>
            </a:r>
            <a:endParaRPr lang="es-ES" sz="3200" b="0" strike="noStrike" spc="-1">
              <a:latin typeface="Arial"/>
            </a:endParaRPr>
          </a:p>
          <a:p>
            <a:pPr algn="just">
              <a:lnSpc>
                <a:spcPct val="100000"/>
              </a:lnSpc>
              <a:spcBef>
                <a:spcPts val="479"/>
              </a:spcBef>
            </a:pPr>
            <a:endParaRPr lang="es-ES" sz="3200" b="0" strike="noStrike" spc="-1">
              <a:latin typeface="Arial"/>
            </a:endParaRPr>
          </a:p>
        </p:txBody>
      </p:sp>
      <p:sp>
        <p:nvSpPr>
          <p:cNvPr id="26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7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BF329E8-68F2-414C-BAE1-D79618C81684}" type="slidenum">
              <a:rPr lang="es-ES" sz="1200" b="0" i="1" strike="noStrike" spc="-1">
                <a:solidFill>
                  <a:srgbClr val="91E614"/>
                </a:solidFill>
                <a:latin typeface="Century Gothic"/>
                <a:ea typeface="DejaVu Sans"/>
              </a:rPr>
              <a:t>42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 </a:t>
            </a:r>
            <a:r>
              <a:rPr lang="es-ES" sz="2600" b="1" strike="noStrike" spc="-1">
                <a:solidFill>
                  <a:srgbClr val="66FF33"/>
                </a:solidFill>
                <a:latin typeface="Century Gothic"/>
                <a:ea typeface="DejaVu Sans"/>
              </a:rPr>
              <a:t>Espacio web para cada usuario ( userdir) </a:t>
            </a:r>
            <a:endParaRPr lang="es-ES" sz="2600" b="0" strike="noStrike" spc="-1">
              <a:latin typeface="Arial"/>
            </a:endParaRPr>
          </a:p>
        </p:txBody>
      </p:sp>
      <p:sp>
        <p:nvSpPr>
          <p:cNvPr id="27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dirty="0">
                <a:solidFill>
                  <a:srgbClr val="000000"/>
                </a:solidFill>
                <a:latin typeface="Arial"/>
                <a:ea typeface="DejaVu Sans"/>
              </a:rPr>
              <a:t>El </a:t>
            </a:r>
            <a:r>
              <a:rPr lang="es-ES" sz="2800" b="0" strike="noStrike" spc="-1" dirty="0" err="1">
                <a:solidFill>
                  <a:srgbClr val="000000"/>
                </a:solidFill>
                <a:latin typeface="Arial"/>
                <a:ea typeface="DejaVu Sans"/>
              </a:rPr>
              <a:t>caracter</a:t>
            </a:r>
            <a:r>
              <a:rPr lang="es-ES" sz="2800" b="0" strike="noStrike" spc="-1" dirty="0">
                <a:solidFill>
                  <a:srgbClr val="000000"/>
                </a:solidFill>
                <a:latin typeface="Arial"/>
                <a:ea typeface="DejaVu Sans"/>
              </a:rPr>
              <a:t> '</a:t>
            </a:r>
            <a:r>
              <a:rPr lang="es-ES" sz="2800" b="1" strike="noStrike" spc="-1" dirty="0">
                <a:solidFill>
                  <a:srgbClr val="000000"/>
                </a:solidFill>
                <a:latin typeface="Arial"/>
                <a:ea typeface="DejaVu Sans"/>
              </a:rPr>
              <a:t>~</a:t>
            </a:r>
            <a:r>
              <a:rPr lang="es-ES" sz="2800" b="0" strike="noStrike" spc="-1" dirty="0">
                <a:solidFill>
                  <a:srgbClr val="000000"/>
                </a:solidFill>
                <a:latin typeface="Arial"/>
                <a:ea typeface="DejaVu Sans"/>
              </a:rPr>
              <a:t>'comúnmente conocido como gusanillo y que se obtiene con las teclas </a:t>
            </a:r>
            <a:r>
              <a:rPr lang="es-ES" sz="2800" b="1" i="1" strike="noStrike" spc="-1" dirty="0">
                <a:solidFill>
                  <a:srgbClr val="000000"/>
                </a:solidFill>
                <a:latin typeface="Arial"/>
                <a:ea typeface="DejaVu Sans"/>
              </a:rPr>
              <a:t>Alt Gr + 4</a:t>
            </a:r>
            <a:r>
              <a:rPr lang="es-ES" sz="2800" b="1" strike="noStrike" spc="-1" dirty="0">
                <a:solidFill>
                  <a:srgbClr val="000000"/>
                </a:solidFill>
                <a:latin typeface="Arial"/>
                <a:ea typeface="DejaVu Sans"/>
              </a:rPr>
              <a:t> </a:t>
            </a:r>
            <a:r>
              <a:rPr lang="es-ES" sz="2800" b="0" strike="noStrike" spc="-1" dirty="0">
                <a:solidFill>
                  <a:srgbClr val="000000"/>
                </a:solidFill>
                <a:latin typeface="Arial"/>
                <a:ea typeface="DejaVu Sans"/>
              </a:rPr>
              <a:t>sirve para indicar a apache que debe servir la página desde el </a:t>
            </a:r>
            <a:r>
              <a:rPr lang="es-ES" sz="2800" b="0" i="1" strike="noStrike" spc="-1" dirty="0">
                <a:solidFill>
                  <a:srgbClr val="000000"/>
                </a:solidFill>
                <a:latin typeface="Arial"/>
                <a:ea typeface="DejaVu Sans"/>
              </a:rPr>
              <a:t>home</a:t>
            </a:r>
            <a:r>
              <a:rPr lang="es-ES" sz="2800" b="0" strike="noStrike" spc="-1" dirty="0">
                <a:solidFill>
                  <a:srgbClr val="000000"/>
                </a:solidFill>
                <a:latin typeface="Arial"/>
                <a:ea typeface="DejaVu Sans"/>
              </a:rPr>
              <a:t> del usuario (en Linux el 'gusanillo' equivale a la carpeta </a:t>
            </a:r>
            <a:r>
              <a:rPr lang="es-ES" sz="2800" b="0" i="1" strike="noStrike" spc="-1" dirty="0">
                <a:solidFill>
                  <a:srgbClr val="000000"/>
                </a:solidFill>
                <a:latin typeface="Arial"/>
                <a:ea typeface="DejaVu Sans"/>
              </a:rPr>
              <a:t>home</a:t>
            </a:r>
            <a:r>
              <a:rPr lang="es-ES" sz="2800" b="0" strike="noStrike" spc="-1" dirty="0">
                <a:solidFill>
                  <a:srgbClr val="000000"/>
                </a:solidFill>
                <a:latin typeface="Arial"/>
                <a:ea typeface="DejaVu Sans"/>
              </a:rPr>
              <a:t>). Por ejemplo, si hemos creado un usuario </a:t>
            </a:r>
            <a:r>
              <a:rPr lang="es-ES" sz="2800" b="1" i="1" strike="noStrike" spc="-1" dirty="0" err="1">
                <a:solidFill>
                  <a:srgbClr val="000000"/>
                </a:solidFill>
                <a:latin typeface="Arial"/>
                <a:ea typeface="DejaVu Sans"/>
              </a:rPr>
              <a:t>javier</a:t>
            </a:r>
            <a:r>
              <a:rPr lang="es-ES" sz="2800" b="0" strike="noStrike" spc="-1" dirty="0">
                <a:solidFill>
                  <a:srgbClr val="000000"/>
                </a:solidFill>
                <a:latin typeface="Arial"/>
                <a:ea typeface="DejaVu Sans"/>
              </a:rPr>
              <a:t> y éste ha creado la carpeta </a:t>
            </a:r>
            <a:r>
              <a:rPr lang="es-ES" sz="2800" b="1" i="1" strike="noStrike" spc="-1" dirty="0">
                <a:solidFill>
                  <a:srgbClr val="000000"/>
                </a:solidFill>
                <a:latin typeface="Arial"/>
                <a:ea typeface="DejaVu Sans"/>
              </a:rPr>
              <a:t>/home/</a:t>
            </a:r>
            <a:r>
              <a:rPr lang="es-ES" sz="2800" b="1" i="1" strike="noStrike" spc="-1" dirty="0" err="1">
                <a:solidFill>
                  <a:srgbClr val="000000"/>
                </a:solidFill>
                <a:latin typeface="Arial"/>
                <a:ea typeface="DejaVu Sans"/>
              </a:rPr>
              <a:t>javier</a:t>
            </a:r>
            <a:r>
              <a:rPr lang="es-ES" sz="2800" b="1" i="1" strike="noStrike" spc="-1" dirty="0">
                <a:solidFill>
                  <a:srgbClr val="000000"/>
                </a:solidFill>
                <a:latin typeface="Arial"/>
                <a:ea typeface="DejaVu Sans"/>
              </a:rPr>
              <a:t>/</a:t>
            </a:r>
            <a:r>
              <a:rPr lang="es-ES" sz="2800" b="1" i="1" strike="noStrike" spc="-1" dirty="0" err="1">
                <a:solidFill>
                  <a:srgbClr val="000000"/>
                </a:solidFill>
                <a:latin typeface="Arial"/>
                <a:ea typeface="DejaVu Sans"/>
              </a:rPr>
              <a:t>public_html</a:t>
            </a:r>
            <a:r>
              <a:rPr lang="es-ES" sz="2800" b="1" strike="noStrike" spc="-1" dirty="0">
                <a:solidFill>
                  <a:srgbClr val="000000"/>
                </a:solidFill>
                <a:latin typeface="Arial"/>
                <a:ea typeface="DejaVu Sans"/>
              </a:rPr>
              <a:t> </a:t>
            </a:r>
            <a:r>
              <a:rPr lang="es-ES" sz="2800" b="0" strike="noStrike" spc="-1" dirty="0">
                <a:solidFill>
                  <a:srgbClr val="000000"/>
                </a:solidFill>
                <a:latin typeface="Arial"/>
                <a:ea typeface="DejaVu Sans"/>
              </a:rPr>
              <a:t>y ha copiado en ella su página web, desde cualquier PC de la red podremos acceder a dicha carpeta yendo a la dirección </a:t>
            </a:r>
            <a:endParaRPr lang="es-ES" sz="2800" b="0" strike="noStrike" spc="-1" dirty="0">
              <a:latin typeface="Arial"/>
            </a:endParaRPr>
          </a:p>
          <a:p>
            <a:pPr algn="just">
              <a:lnSpc>
                <a:spcPct val="100000"/>
              </a:lnSpc>
              <a:spcBef>
                <a:spcPts val="561"/>
              </a:spcBef>
            </a:pPr>
            <a:r>
              <a:rPr lang="es-ES" sz="2800" b="0" i="1" strike="noStrike" spc="-1" dirty="0">
                <a:solidFill>
                  <a:srgbClr val="000000"/>
                </a:solidFill>
                <a:latin typeface="Arial"/>
                <a:ea typeface="DejaVu Sans"/>
              </a:rPr>
              <a:t>	</a:t>
            </a:r>
            <a:r>
              <a:rPr lang="es-ES" sz="2800" b="1" i="1" strike="noStrike" spc="-1" dirty="0">
                <a:solidFill>
                  <a:srgbClr val="000000"/>
                </a:solidFill>
                <a:latin typeface="Arial"/>
                <a:ea typeface="DejaVu Sans"/>
              </a:rPr>
              <a:t>http://ip-del-servidor/~javier/</a:t>
            </a:r>
            <a:r>
              <a:rPr lang="es-ES" sz="2800" b="1" strike="noStrike" spc="-1" dirty="0">
                <a:solidFill>
                  <a:srgbClr val="000000"/>
                </a:solidFill>
                <a:latin typeface="Arial"/>
                <a:ea typeface="DejaVu Sans"/>
              </a:rPr>
              <a:t> </a:t>
            </a:r>
            <a:endParaRPr lang="es-ES" sz="2800" b="0" strike="noStrike" spc="-1" dirty="0">
              <a:latin typeface="Arial"/>
            </a:endParaRPr>
          </a:p>
          <a:p>
            <a:pPr algn="just">
              <a:lnSpc>
                <a:spcPct val="100000"/>
              </a:lnSpc>
              <a:spcBef>
                <a:spcPts val="561"/>
              </a:spcBef>
            </a:pPr>
            <a:r>
              <a:rPr lang="es-ES" sz="2800" b="0" strike="noStrike" spc="-1" dirty="0">
                <a:solidFill>
                  <a:srgbClr val="000000"/>
                </a:solidFill>
                <a:latin typeface="Arial"/>
                <a:ea typeface="DejaVu Sans"/>
              </a:rPr>
              <a:t>Para que la página aparezca automáticamente, es 	necesario crear un archivo llamado </a:t>
            </a:r>
            <a:r>
              <a:rPr lang="es-ES" sz="2800" b="0" i="1" strike="noStrike" spc="-1" dirty="0">
                <a:solidFill>
                  <a:srgbClr val="000000"/>
                </a:solidFill>
                <a:latin typeface="Arial"/>
                <a:ea typeface="DejaVu Sans"/>
              </a:rPr>
              <a:t>index.html</a:t>
            </a:r>
            <a:r>
              <a:rPr lang="es-ES" sz="2800" b="0" strike="noStrike" spc="-1" dirty="0">
                <a:solidFill>
                  <a:srgbClr val="000000"/>
                </a:solidFill>
                <a:latin typeface="Arial"/>
                <a:ea typeface="DejaVu Sans"/>
              </a:rPr>
              <a:t>.</a:t>
            </a:r>
            <a:endParaRPr lang="es-ES" sz="2800" b="0" strike="noStrike" spc="-1" dirty="0">
              <a:latin typeface="Arial"/>
            </a:endParaRPr>
          </a:p>
          <a:p>
            <a:pPr algn="just">
              <a:lnSpc>
                <a:spcPct val="100000"/>
              </a:lnSpc>
              <a:spcBef>
                <a:spcPts val="479"/>
              </a:spcBef>
            </a:pPr>
            <a:endParaRPr lang="es-ES" sz="2800" b="0" strike="noStrike" spc="-1" dirty="0">
              <a:latin typeface="Arial"/>
            </a:endParaRPr>
          </a:p>
        </p:txBody>
      </p:sp>
      <p:sp>
        <p:nvSpPr>
          <p:cNvPr id="27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7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08D556E-F1FD-4C60-9D83-89753DFA5CF8}" type="slidenum">
              <a:rPr lang="es-ES" sz="1200" b="0" i="1" strike="noStrike" spc="-1">
                <a:solidFill>
                  <a:srgbClr val="91E614"/>
                </a:solidFill>
                <a:latin typeface="Century Gothic"/>
                <a:ea typeface="DejaVu Sans"/>
              </a:rPr>
              <a:t>43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 </a:t>
            </a:r>
            <a:r>
              <a:rPr lang="es-ES" sz="2600" b="1" strike="noStrike" spc="-1">
                <a:solidFill>
                  <a:srgbClr val="66FF33"/>
                </a:solidFill>
                <a:latin typeface="Century Gothic"/>
                <a:ea typeface="DejaVu Sans"/>
              </a:rPr>
              <a:t>Espacio web para cada usuario ( userdir) </a:t>
            </a:r>
            <a:endParaRPr lang="es-ES" sz="2600" b="0" strike="noStrike" spc="-1">
              <a:latin typeface="Arial"/>
            </a:endParaRPr>
          </a:p>
        </p:txBody>
      </p:sp>
      <p:sp>
        <p:nvSpPr>
          <p:cNvPr id="27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519"/>
              </a:spcBef>
            </a:pPr>
            <a:r>
              <a:rPr lang="es-ES" sz="2600" b="0" strike="noStrike" spc="-1">
                <a:solidFill>
                  <a:srgbClr val="000000"/>
                </a:solidFill>
                <a:latin typeface="Arial"/>
                <a:ea typeface="DejaVu Sans"/>
              </a:rPr>
              <a:t>Pasos a seguir:</a:t>
            </a:r>
            <a:endParaRPr lang="es-ES" sz="2600" b="0" strike="noStrike" spc="-1">
              <a:latin typeface="Arial"/>
            </a:endParaRPr>
          </a:p>
          <a:p>
            <a:pPr marL="457200" indent="-456120" algn="just">
              <a:lnSpc>
                <a:spcPct val="100000"/>
              </a:lnSpc>
              <a:spcBef>
                <a:spcPts val="519"/>
              </a:spcBef>
              <a:buClr>
                <a:srgbClr val="000000"/>
              </a:buClr>
              <a:buFont typeface="StarSymbol"/>
              <a:buAutoNum type="arabicPeriod"/>
            </a:pPr>
            <a:r>
              <a:rPr lang="es-ES" sz="2600" b="0" strike="noStrike" spc="-1">
                <a:solidFill>
                  <a:srgbClr val="000000"/>
                </a:solidFill>
                <a:latin typeface="Arial"/>
                <a:ea typeface="DejaVu Sans"/>
              </a:rPr>
              <a:t>El usuario debe crear en su </a:t>
            </a:r>
            <a:r>
              <a:rPr lang="es-ES" sz="2600" b="0" i="1" strike="noStrike" spc="-1">
                <a:solidFill>
                  <a:srgbClr val="000000"/>
                </a:solidFill>
                <a:latin typeface="Arial"/>
                <a:ea typeface="DejaVu Sans"/>
              </a:rPr>
              <a:t>home</a:t>
            </a:r>
            <a:r>
              <a:rPr lang="es-ES" sz="2600" b="0" strike="noStrike" spc="-1">
                <a:solidFill>
                  <a:srgbClr val="000000"/>
                </a:solidFill>
                <a:latin typeface="Arial"/>
                <a:ea typeface="DejaVu Sans"/>
              </a:rPr>
              <a:t> la carpeta </a:t>
            </a:r>
            <a:r>
              <a:rPr lang="es-ES" sz="2600" b="1" strike="noStrike" spc="-1">
                <a:solidFill>
                  <a:srgbClr val="000000"/>
                </a:solidFill>
                <a:latin typeface="Arial"/>
                <a:ea typeface="DejaVu Sans"/>
              </a:rPr>
              <a:t>public_html</a:t>
            </a:r>
            <a:r>
              <a:rPr lang="es-ES" sz="2600" b="0" strike="noStrike" spc="-1">
                <a:solidFill>
                  <a:srgbClr val="000000"/>
                </a:solidFill>
                <a:latin typeface="Arial"/>
                <a:ea typeface="DejaVu Sans"/>
              </a:rPr>
              <a:t>:</a:t>
            </a:r>
            <a:endParaRPr lang="es-ES" sz="2600" b="0" strike="noStrike" spc="-1">
              <a:latin typeface="Arial"/>
            </a:endParaRPr>
          </a:p>
          <a:p>
            <a:pPr>
              <a:lnSpc>
                <a:spcPct val="100000"/>
              </a:lnSpc>
              <a:spcBef>
                <a:spcPts val="519"/>
              </a:spcBef>
            </a:pPr>
            <a:r>
              <a:rPr lang="es-ES" sz="2600" b="0" strike="noStrike" spc="-1">
                <a:solidFill>
                  <a:srgbClr val="000000"/>
                </a:solidFill>
                <a:latin typeface="Arial"/>
                <a:ea typeface="DejaVu Sans"/>
              </a:rPr>
              <a:t>		</a:t>
            </a:r>
            <a:r>
              <a:rPr lang="es-ES" sz="2600" b="1" strike="noStrike" spc="-1">
                <a:solidFill>
                  <a:srgbClr val="000000"/>
                </a:solidFill>
                <a:latin typeface="Arial"/>
                <a:ea typeface="DejaVu Sans"/>
              </a:rPr>
              <a:t>mkdir public_html</a:t>
            </a:r>
            <a:endParaRPr lang="es-ES" sz="2600" b="0" strike="noStrike" spc="-1">
              <a:latin typeface="Arial"/>
            </a:endParaRPr>
          </a:p>
          <a:p>
            <a:pPr marL="457200" indent="-456120">
              <a:lnSpc>
                <a:spcPct val="100000"/>
              </a:lnSpc>
              <a:spcBef>
                <a:spcPts val="519"/>
              </a:spcBef>
              <a:buClr>
                <a:srgbClr val="000000"/>
              </a:buClr>
              <a:buFont typeface="StarSymbol"/>
              <a:buAutoNum type="arabicPeriod" startAt="2"/>
            </a:pPr>
            <a:r>
              <a:rPr lang="es-ES" sz="2600" b="0" strike="noStrike" spc="-1">
                <a:solidFill>
                  <a:srgbClr val="000000"/>
                </a:solidFill>
                <a:latin typeface="Arial"/>
                <a:ea typeface="DejaVu Sans"/>
              </a:rPr>
              <a:t>Activar el módulo </a:t>
            </a:r>
            <a:r>
              <a:rPr lang="es-ES" sz="2600" b="0" i="1" strike="noStrike" spc="-1">
                <a:solidFill>
                  <a:srgbClr val="000000"/>
                </a:solidFill>
                <a:latin typeface="Arial"/>
                <a:ea typeface="DejaVu Sans"/>
              </a:rPr>
              <a:t>userdir</a:t>
            </a:r>
            <a:r>
              <a:rPr lang="es-ES" sz="2600" b="0" strike="noStrike" spc="-1">
                <a:solidFill>
                  <a:srgbClr val="000000"/>
                </a:solidFill>
                <a:latin typeface="Arial"/>
                <a:ea typeface="DejaVu Sans"/>
              </a:rPr>
              <a:t>:</a:t>
            </a:r>
            <a:endParaRPr lang="es-ES" sz="2600" b="0" strike="noStrike" spc="-1">
              <a:latin typeface="Arial"/>
            </a:endParaRPr>
          </a:p>
          <a:p>
            <a:pPr>
              <a:lnSpc>
                <a:spcPct val="100000"/>
              </a:lnSpc>
              <a:spcBef>
                <a:spcPts val="519"/>
              </a:spcBef>
            </a:pPr>
            <a:r>
              <a:rPr lang="es-ES" sz="2600" b="0" strike="noStrike" spc="-1">
                <a:solidFill>
                  <a:srgbClr val="000000"/>
                </a:solidFill>
                <a:latin typeface="Arial"/>
                <a:ea typeface="DejaVu Sans"/>
              </a:rPr>
              <a:t>		</a:t>
            </a:r>
            <a:r>
              <a:rPr lang="es-ES" sz="2600" b="1" strike="noStrike" spc="-1">
                <a:solidFill>
                  <a:srgbClr val="000000"/>
                </a:solidFill>
                <a:latin typeface="Arial"/>
                <a:ea typeface="DejaVu Sans"/>
              </a:rPr>
              <a:t> sudo a2enmod userdir</a:t>
            </a:r>
            <a:endParaRPr lang="es-ES" sz="2600" b="0" strike="noStrike" spc="-1">
              <a:latin typeface="Arial"/>
            </a:endParaRPr>
          </a:p>
          <a:p>
            <a:pPr marL="343080" indent="-342000" algn="just">
              <a:lnSpc>
                <a:spcPct val="100000"/>
              </a:lnSpc>
              <a:spcBef>
                <a:spcPts val="519"/>
              </a:spcBef>
            </a:pPr>
            <a:r>
              <a:rPr lang="es-ES" sz="2600" b="0" strike="noStrike" spc="-1">
                <a:solidFill>
                  <a:srgbClr val="000000"/>
                </a:solidFill>
                <a:latin typeface="Arial"/>
                <a:ea typeface="DejaVu Sans"/>
              </a:rPr>
              <a:t>	En el directorio </a:t>
            </a:r>
            <a:r>
              <a:rPr lang="es-ES" sz="2600" b="1" strike="noStrike" spc="-1">
                <a:solidFill>
                  <a:srgbClr val="000000"/>
                </a:solidFill>
                <a:latin typeface="Arial"/>
                <a:ea typeface="DejaVu Sans"/>
              </a:rPr>
              <a:t>/etc/apache2/mods-enabled </a:t>
            </a:r>
            <a:r>
              <a:rPr lang="es-ES" sz="2600" b="0" strike="noStrike" spc="-1">
                <a:solidFill>
                  <a:srgbClr val="000000"/>
                </a:solidFill>
                <a:latin typeface="Arial"/>
                <a:ea typeface="DejaVu Sans"/>
              </a:rPr>
              <a:t>se han creado enlaces simbolicos del modulo </a:t>
            </a:r>
            <a:r>
              <a:rPr lang="es-ES" sz="2600" b="0" i="1" strike="noStrike" spc="-1">
                <a:solidFill>
                  <a:srgbClr val="000000"/>
                </a:solidFill>
                <a:latin typeface="Arial"/>
                <a:ea typeface="DejaVu Sans"/>
              </a:rPr>
              <a:t>userdir</a:t>
            </a:r>
            <a:r>
              <a:rPr lang="es-ES" sz="2600" b="0" strike="noStrike" spc="-1">
                <a:solidFill>
                  <a:srgbClr val="000000"/>
                </a:solidFill>
                <a:latin typeface="Arial"/>
                <a:ea typeface="DejaVu Sans"/>
              </a:rPr>
              <a:t> (ficheros </a:t>
            </a:r>
            <a:r>
              <a:rPr lang="es-ES" sz="2600" b="1" strike="noStrike" spc="-1">
                <a:solidFill>
                  <a:srgbClr val="000000"/>
                </a:solidFill>
                <a:latin typeface="Arial"/>
                <a:ea typeface="DejaVu Sans"/>
              </a:rPr>
              <a:t>.conf </a:t>
            </a:r>
            <a:r>
              <a:rPr lang="es-ES" sz="2600" b="0" strike="noStrike" spc="-1">
                <a:solidFill>
                  <a:srgbClr val="000000"/>
                </a:solidFill>
                <a:latin typeface="Arial"/>
                <a:ea typeface="DejaVu Sans"/>
              </a:rPr>
              <a:t>y </a:t>
            </a:r>
            <a:r>
              <a:rPr lang="es-ES" sz="2600" b="1" strike="noStrike" spc="-1">
                <a:solidFill>
                  <a:srgbClr val="000000"/>
                </a:solidFill>
                <a:latin typeface="Arial"/>
                <a:ea typeface="DejaVu Sans"/>
              </a:rPr>
              <a:t>.load</a:t>
            </a:r>
            <a:r>
              <a:rPr lang="es-ES" sz="2600" b="0" strike="noStrike" spc="-1">
                <a:solidFill>
                  <a:srgbClr val="000000"/>
                </a:solidFill>
                <a:latin typeface="Arial"/>
                <a:ea typeface="DejaVu Sans"/>
              </a:rPr>
              <a:t>) hacia </a:t>
            </a:r>
            <a:r>
              <a:rPr lang="es-ES" sz="2600" b="1" strike="noStrike" spc="-1">
                <a:solidFill>
                  <a:srgbClr val="000000"/>
                </a:solidFill>
                <a:latin typeface="Arial"/>
                <a:ea typeface="DejaVu Sans"/>
              </a:rPr>
              <a:t>/etc/apache2/mod availables </a:t>
            </a:r>
            <a:endParaRPr lang="es-ES" sz="2600" b="0" strike="noStrike" spc="-1">
              <a:latin typeface="Arial"/>
            </a:endParaRPr>
          </a:p>
          <a:p>
            <a:pPr>
              <a:lnSpc>
                <a:spcPct val="100000"/>
              </a:lnSpc>
              <a:spcBef>
                <a:spcPts val="519"/>
              </a:spcBef>
            </a:pPr>
            <a:r>
              <a:rPr lang="es-ES" sz="2600" b="0" strike="noStrike" spc="-1">
                <a:solidFill>
                  <a:srgbClr val="000000"/>
                </a:solidFill>
                <a:latin typeface="Arial"/>
                <a:ea typeface="DejaVu Sans"/>
              </a:rPr>
              <a:t>3.	Finalmente, reiniciamos el servidor:</a:t>
            </a:r>
            <a:endParaRPr lang="es-ES" sz="2600" b="0" strike="noStrike" spc="-1">
              <a:latin typeface="Arial"/>
            </a:endParaRPr>
          </a:p>
          <a:p>
            <a:pPr>
              <a:lnSpc>
                <a:spcPct val="100000"/>
              </a:lnSpc>
              <a:spcBef>
                <a:spcPts val="519"/>
              </a:spcBef>
            </a:pPr>
            <a:r>
              <a:rPr lang="es-ES" sz="2600" b="0" strike="noStrike" spc="-1">
                <a:solidFill>
                  <a:srgbClr val="000000"/>
                </a:solidFill>
                <a:latin typeface="Arial"/>
                <a:ea typeface="DejaVu Sans"/>
              </a:rPr>
              <a:t>		</a:t>
            </a:r>
            <a:r>
              <a:rPr lang="es-ES" sz="2600" b="1" strike="noStrike" spc="-1">
                <a:solidFill>
                  <a:srgbClr val="000000"/>
                </a:solidFill>
                <a:latin typeface="Arial"/>
                <a:ea typeface="DejaVu Sans"/>
              </a:rPr>
              <a:t>sudo /etc/init.d/apache2 restart</a:t>
            </a:r>
            <a:endParaRPr lang="es-ES" sz="2600" b="0" strike="noStrike" spc="-1">
              <a:latin typeface="Arial"/>
            </a:endParaRPr>
          </a:p>
          <a:p>
            <a:pPr algn="just">
              <a:lnSpc>
                <a:spcPct val="100000"/>
              </a:lnSpc>
              <a:spcBef>
                <a:spcPts val="479"/>
              </a:spcBef>
            </a:pPr>
            <a:endParaRPr lang="es-ES" sz="2600" b="0" strike="noStrike" spc="-1">
              <a:latin typeface="Arial"/>
            </a:endParaRPr>
          </a:p>
        </p:txBody>
      </p:sp>
      <p:sp>
        <p:nvSpPr>
          <p:cNvPr id="27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7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8E897BE-7654-4466-AEA6-F887C4919C9E}" type="slidenum">
              <a:rPr lang="es-ES" sz="1200" b="0" i="1" strike="noStrike" spc="-1">
                <a:solidFill>
                  <a:srgbClr val="91E614"/>
                </a:solidFill>
                <a:latin typeface="Century Gothic"/>
                <a:ea typeface="DejaVu Sans"/>
              </a:rPr>
              <a:t>44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MÓDULOS</a:t>
            </a:r>
            <a:r>
              <a:rPr lang="es-ES" sz="3400" b="0" strike="noStrike" spc="-1">
                <a:solidFill>
                  <a:srgbClr val="66FF33"/>
                </a:solidFill>
                <a:latin typeface="Century Gothic"/>
                <a:ea typeface="DejaVu Sans"/>
              </a:rPr>
              <a:t> (Debian/Ubuntu). </a:t>
            </a:r>
            <a:r>
              <a:rPr lang="es-ES" sz="2600" b="1" strike="noStrike" spc="-1">
                <a:solidFill>
                  <a:srgbClr val="66FF33"/>
                </a:solidFill>
                <a:latin typeface="Century Gothic"/>
                <a:ea typeface="DejaVu Sans"/>
              </a:rPr>
              <a:t>Espacio web para cada usuario ( userdir) </a:t>
            </a:r>
            <a:endParaRPr lang="es-ES" sz="2600" b="0" strike="noStrike" spc="-1">
              <a:latin typeface="Arial"/>
            </a:endParaRPr>
          </a:p>
        </p:txBody>
      </p:sp>
      <p:sp>
        <p:nvSpPr>
          <p:cNvPr id="28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00"/>
              </a:spcBef>
            </a:pPr>
            <a:r>
              <a:rPr lang="es-ES" sz="2000" b="0" strike="noStrike" spc="-1" dirty="0">
                <a:solidFill>
                  <a:srgbClr val="000000"/>
                </a:solidFill>
                <a:latin typeface="Arial"/>
                <a:ea typeface="DejaVu Sans"/>
              </a:rPr>
              <a:t>El contenido de   /</a:t>
            </a:r>
            <a:r>
              <a:rPr lang="es-ES" sz="2000" b="0" strike="noStrike" spc="-1" dirty="0" err="1">
                <a:solidFill>
                  <a:srgbClr val="000000"/>
                </a:solidFill>
                <a:latin typeface="Arial"/>
                <a:ea typeface="DejaVu Sans"/>
              </a:rPr>
              <a:t>etc</a:t>
            </a:r>
            <a:r>
              <a:rPr lang="es-ES" sz="2000" b="0" strike="noStrike" spc="-1" dirty="0">
                <a:solidFill>
                  <a:srgbClr val="000000"/>
                </a:solidFill>
                <a:latin typeface="Arial"/>
                <a:ea typeface="DejaVu Sans"/>
              </a:rPr>
              <a:t>/apache2/mods-</a:t>
            </a:r>
            <a:r>
              <a:rPr lang="es-ES" sz="2000" b="0" strike="noStrike" spc="-1" dirty="0" err="1">
                <a:solidFill>
                  <a:srgbClr val="000000"/>
                </a:solidFill>
                <a:latin typeface="Arial"/>
                <a:ea typeface="DejaVu Sans"/>
              </a:rPr>
              <a:t>available</a:t>
            </a:r>
            <a:r>
              <a:rPr lang="es-ES" sz="2000" b="1" strike="noStrike" spc="-1" dirty="0">
                <a:solidFill>
                  <a:srgbClr val="000000"/>
                </a:solidFill>
                <a:latin typeface="Arial"/>
                <a:ea typeface="DejaVu Sans"/>
              </a:rPr>
              <a:t>/</a:t>
            </a:r>
            <a:r>
              <a:rPr lang="es-ES" sz="2000" b="1" i="1" strike="noStrike" spc="-1" dirty="0" err="1">
                <a:solidFill>
                  <a:srgbClr val="000000"/>
                </a:solidFill>
                <a:latin typeface="Arial"/>
                <a:ea typeface="DejaVu Sans"/>
              </a:rPr>
              <a:t>userdir.conf</a:t>
            </a:r>
            <a:r>
              <a:rPr lang="es-ES" sz="2000" b="0" strike="noStrike" spc="-1" dirty="0">
                <a:solidFill>
                  <a:srgbClr val="000000"/>
                </a:solidFill>
                <a:latin typeface="Arial"/>
                <a:ea typeface="DejaVu Sans"/>
              </a:rPr>
              <a:t>  es:</a:t>
            </a:r>
          </a:p>
          <a:p>
            <a:pPr>
              <a:lnSpc>
                <a:spcPct val="100000"/>
              </a:lnSpc>
              <a:spcBef>
                <a:spcPts val="400"/>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nSpc>
                <a:spcPct val="100000"/>
              </a:lnSpc>
              <a:spcBef>
                <a:spcPts val="479"/>
              </a:spcBef>
            </a:pPr>
            <a:endParaRPr lang="es-ES" sz="2000" b="0" strike="noStrike" spc="-1" dirty="0">
              <a:latin typeface="Arial"/>
            </a:endParaRPr>
          </a:p>
          <a:p>
            <a:pPr algn="just">
              <a:lnSpc>
                <a:spcPct val="100000"/>
              </a:lnSpc>
              <a:spcBef>
                <a:spcPts val="400"/>
              </a:spcBef>
            </a:pPr>
            <a:r>
              <a:rPr lang="es-ES" sz="2000" b="0" strike="noStrike" spc="-1" dirty="0">
                <a:solidFill>
                  <a:srgbClr val="000000"/>
                </a:solidFill>
                <a:latin typeface="Arial"/>
                <a:ea typeface="DejaVu Sans"/>
              </a:rPr>
              <a:t>Con la directiva </a:t>
            </a:r>
            <a:r>
              <a:rPr lang="es-ES" sz="2000" b="1" i="1" strike="noStrike" spc="-1" dirty="0" err="1">
                <a:solidFill>
                  <a:srgbClr val="000000"/>
                </a:solidFill>
                <a:latin typeface="Arial"/>
                <a:ea typeface="DejaVu Sans"/>
              </a:rPr>
              <a:t>UserDIR</a:t>
            </a:r>
            <a:r>
              <a:rPr lang="es-ES" sz="2000" b="0" strike="noStrike" spc="-1" dirty="0">
                <a:solidFill>
                  <a:srgbClr val="000000"/>
                </a:solidFill>
                <a:latin typeface="Arial"/>
                <a:ea typeface="DejaVu Sans"/>
              </a:rPr>
              <a:t> se establece </a:t>
            </a:r>
            <a:r>
              <a:rPr lang="es-ES" sz="2000" b="1" strike="noStrike" spc="-1" dirty="0" err="1">
                <a:solidFill>
                  <a:srgbClr val="000000"/>
                </a:solidFill>
                <a:latin typeface="Arial"/>
                <a:ea typeface="DejaVu Sans"/>
              </a:rPr>
              <a:t>public_html</a:t>
            </a:r>
            <a:r>
              <a:rPr lang="es-ES" sz="2000" b="0" strike="noStrike" spc="-1" dirty="0">
                <a:solidFill>
                  <a:srgbClr val="000000"/>
                </a:solidFill>
                <a:latin typeface="Arial"/>
                <a:ea typeface="DejaVu Sans"/>
              </a:rPr>
              <a:t> como directorio personal para todos los usuarios excepto para el usuario </a:t>
            </a:r>
            <a:r>
              <a:rPr lang="es-ES" sz="2000" b="0" i="1" strike="noStrike" spc="-1" dirty="0" err="1">
                <a:solidFill>
                  <a:srgbClr val="000000"/>
                </a:solidFill>
                <a:latin typeface="Arial"/>
                <a:ea typeface="DejaVu Sans"/>
              </a:rPr>
              <a:t>root</a:t>
            </a:r>
            <a:r>
              <a:rPr lang="es-ES" sz="2000" b="0" strike="noStrike" spc="-1" dirty="0">
                <a:solidFill>
                  <a:srgbClr val="000000"/>
                </a:solidFill>
                <a:latin typeface="Arial"/>
                <a:ea typeface="DejaVu Sans"/>
              </a:rPr>
              <a:t>. Y con la directiva </a:t>
            </a:r>
            <a:r>
              <a:rPr lang="es-ES" sz="2000" b="1" i="1" strike="noStrike" spc="-1" dirty="0" err="1">
                <a:solidFill>
                  <a:srgbClr val="000000"/>
                </a:solidFill>
                <a:latin typeface="Arial"/>
                <a:ea typeface="DejaVu Sans"/>
              </a:rPr>
              <a:t>Directory</a:t>
            </a:r>
            <a:r>
              <a:rPr lang="es-ES" sz="2000" b="1" i="1" strike="noStrike" spc="-1" dirty="0">
                <a:solidFill>
                  <a:srgbClr val="000000"/>
                </a:solidFill>
                <a:latin typeface="Arial"/>
                <a:ea typeface="DejaVu Sans"/>
              </a:rPr>
              <a:t> </a:t>
            </a:r>
            <a:r>
              <a:rPr lang="es-ES" sz="2000" b="0" strike="noStrike" spc="-1" dirty="0">
                <a:solidFill>
                  <a:srgbClr val="000000"/>
                </a:solidFill>
                <a:latin typeface="Arial"/>
                <a:ea typeface="DejaVu Sans"/>
              </a:rPr>
              <a:t>se establece la configuración de este directorio. Para comprobar que funciona, desde el navegador: 	</a:t>
            </a:r>
            <a:endParaRPr lang="es-ES" sz="2000" b="0" strike="noStrike" spc="-1" dirty="0">
              <a:latin typeface="Arial"/>
            </a:endParaRPr>
          </a:p>
          <a:p>
            <a:pPr algn="just">
              <a:lnSpc>
                <a:spcPct val="100000"/>
              </a:lnSpc>
              <a:spcBef>
                <a:spcPts val="400"/>
              </a:spcBef>
            </a:pPr>
            <a:r>
              <a:rPr lang="es-ES" sz="2000" b="1" strike="noStrike" spc="-1" dirty="0">
                <a:solidFill>
                  <a:srgbClr val="000000"/>
                </a:solidFill>
                <a:latin typeface="Arial"/>
                <a:ea typeface="DejaVu Sans"/>
              </a:rPr>
              <a:t>			192.168.37.XX/~usuario</a:t>
            </a:r>
            <a:endParaRPr lang="es-ES" sz="2000" b="0" strike="noStrike" spc="-1" dirty="0">
              <a:latin typeface="Arial"/>
            </a:endParaRPr>
          </a:p>
          <a:p>
            <a:pPr>
              <a:lnSpc>
                <a:spcPct val="100000"/>
              </a:lnSpc>
              <a:spcBef>
                <a:spcPts val="479"/>
              </a:spcBef>
            </a:pPr>
            <a:endParaRPr lang="es-ES" sz="2000" b="0" strike="noStrike" spc="-1" dirty="0">
              <a:latin typeface="Arial"/>
            </a:endParaRPr>
          </a:p>
          <a:p>
            <a:pPr algn="just">
              <a:lnSpc>
                <a:spcPct val="100000"/>
              </a:lnSpc>
              <a:spcBef>
                <a:spcPts val="479"/>
              </a:spcBef>
            </a:pPr>
            <a:endParaRPr lang="es-ES" sz="2000" b="0" strike="noStrike" spc="-1" dirty="0">
              <a:latin typeface="Arial"/>
            </a:endParaRPr>
          </a:p>
        </p:txBody>
      </p:sp>
      <p:sp>
        <p:nvSpPr>
          <p:cNvPr id="28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8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33F5D0E-F4D3-4CA0-9BC3-A861016B8338}" type="slidenum">
              <a:rPr lang="es-ES" sz="1200" b="0" i="1" strike="noStrike" spc="-1">
                <a:solidFill>
                  <a:srgbClr val="91E614"/>
                </a:solidFill>
                <a:latin typeface="Century Gothic"/>
                <a:ea typeface="DejaVu Sans"/>
              </a:rPr>
              <a:t>45</a:t>
            </a:fld>
            <a:endParaRPr lang="es-ES" sz="1200" b="0" strike="noStrike" spc="-1">
              <a:latin typeface="Arial"/>
            </a:endParaRPr>
          </a:p>
        </p:txBody>
      </p:sp>
      <p:pic>
        <p:nvPicPr>
          <p:cNvPr id="283" name="Picture 1"/>
          <p:cNvPicPr/>
          <p:nvPr/>
        </p:nvPicPr>
        <p:blipFill>
          <a:blip r:embed="rId3"/>
          <a:stretch/>
        </p:blipFill>
        <p:spPr>
          <a:xfrm>
            <a:off x="442620" y="1423905"/>
            <a:ext cx="8196840" cy="29638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CONTROL DE ACCESO POR HOST</a:t>
            </a:r>
            <a:r>
              <a:rPr lang="es-ES" sz="3400" b="0" strike="noStrike" spc="-1">
                <a:solidFill>
                  <a:srgbClr val="66FF33"/>
                </a:solidFill>
                <a:latin typeface="Century Gothic"/>
                <a:ea typeface="DejaVu Sans"/>
              </a:rPr>
              <a:t> (IP/nombre_dominio)</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285"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286"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F41FE3D-9FA1-4883-9260-7DF9207029F0}" type="slidenum">
              <a:rPr lang="es-ES" sz="1200" b="0" i="1" strike="noStrike" spc="-1">
                <a:solidFill>
                  <a:srgbClr val="91E614"/>
                </a:solidFill>
                <a:latin typeface="Century Gothic"/>
                <a:ea typeface="DejaVu Sans"/>
              </a:rPr>
              <a:t>46</a:t>
            </a:fld>
            <a:endParaRPr lang="es-ES" sz="1200" b="0" strike="noStrike" spc="-1">
              <a:latin typeface="Arial"/>
            </a:endParaRPr>
          </a:p>
        </p:txBody>
      </p:sp>
      <p:sp>
        <p:nvSpPr>
          <p:cNvPr id="287" name="CustomShape 4"/>
          <p:cNvSpPr/>
          <p:nvPr/>
        </p:nvSpPr>
        <p:spPr>
          <a:xfrm>
            <a:off x="0" y="981000"/>
            <a:ext cx="9123840" cy="5615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0" strike="noStrike" spc="-1">
                <a:solidFill>
                  <a:srgbClr val="000000"/>
                </a:solidFill>
                <a:latin typeface="Arial"/>
                <a:ea typeface="DejaVu Sans"/>
              </a:rPr>
              <a:t>Apache permite restringir algunas zonas del sitio web, en base a la dirección del visitante, esto puede ser realizado de manera fácil siempre que esté cargado el módulo </a:t>
            </a:r>
            <a:r>
              <a:rPr lang="es-ES" sz="2400" b="0" u="sng" strike="noStrike" spc="-1">
                <a:solidFill>
                  <a:srgbClr val="0000FF"/>
                </a:solidFill>
                <a:uFillTx/>
                <a:latin typeface="Arial"/>
                <a:ea typeface="DejaVu Sans"/>
                <a:hlinkClick r:id="rId3"/>
              </a:rPr>
              <a:t>mod_authz_host</a:t>
            </a:r>
            <a:r>
              <a:rPr lang="es-ES" sz="2400" b="0" strike="noStrike" spc="-1">
                <a:solidFill>
                  <a:srgbClr val="000000"/>
                </a:solidFill>
                <a:latin typeface="Arial"/>
                <a:ea typeface="DejaVu Sans"/>
              </a:rPr>
              <a:t>. Se utiliza la directiva </a:t>
            </a:r>
            <a:r>
              <a:rPr lang="es-ES" sz="2400" b="1" strike="noStrike" spc="-1">
                <a:solidFill>
                  <a:srgbClr val="000000"/>
                </a:solidFill>
                <a:latin typeface="Arial"/>
                <a:ea typeface="DejaVu Sans"/>
              </a:rPr>
              <a:t>Require</a:t>
            </a:r>
            <a:r>
              <a:rPr lang="es-ES" sz="2400" b="0" strike="noStrike" spc="-1">
                <a:solidFill>
                  <a:srgbClr val="000000"/>
                </a:solidFill>
                <a:latin typeface="Arial"/>
                <a:ea typeface="DejaVu Sans"/>
              </a:rPr>
              <a:t>. Ejemplos:</a:t>
            </a:r>
            <a:endParaRPr lang="es-ES" sz="2400" b="0" strike="noStrike" spc="-1">
              <a:latin typeface="Arial"/>
            </a:endParaRPr>
          </a:p>
          <a:p>
            <a:pPr marL="343080" indent="-342000" algn="just">
              <a:lnSpc>
                <a:spcPct val="100000"/>
              </a:lnSpc>
              <a:spcBef>
                <a:spcPts val="479"/>
              </a:spcBef>
              <a:buClr>
                <a:srgbClr val="000000"/>
              </a:buClr>
              <a:buFont typeface="Arial"/>
              <a:buChar char="•"/>
            </a:pPr>
            <a:r>
              <a:rPr lang="es-ES" sz="2400" b="1" strike="noStrike" spc="-1">
                <a:solidFill>
                  <a:srgbClr val="000000"/>
                </a:solidFill>
                <a:latin typeface="Arial"/>
                <a:ea typeface="DejaVu Sans"/>
              </a:rPr>
              <a:t>Permitir el acceso sin restricciones:</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marL="343080" indent="-342000" algn="just">
              <a:lnSpc>
                <a:spcPct val="100000"/>
              </a:lnSpc>
              <a:spcBef>
                <a:spcPts val="479"/>
              </a:spcBef>
              <a:buClr>
                <a:srgbClr val="000000"/>
              </a:buClr>
              <a:buFont typeface="Arial"/>
              <a:buChar char="•"/>
            </a:pPr>
            <a:r>
              <a:rPr lang="es-ES" sz="2400" b="1" strike="noStrike" spc="-1">
                <a:solidFill>
                  <a:srgbClr val="000000"/>
                </a:solidFill>
                <a:latin typeface="Arial"/>
                <a:ea typeface="DejaVu Sans"/>
              </a:rPr>
              <a:t>Denegar todo el acceso:</a:t>
            </a:r>
            <a:endParaRPr lang="es-ES" sz="2400" b="0" strike="noStrike" spc="-1">
              <a:latin typeface="Arial"/>
            </a:endParaRPr>
          </a:p>
          <a:p>
            <a:pPr algn="just">
              <a:lnSpc>
                <a:spcPct val="100000"/>
              </a:lnSpc>
              <a:spcBef>
                <a:spcPts val="479"/>
              </a:spcBef>
            </a:pPr>
            <a:endParaRPr lang="es-ES" sz="2400" b="0" strike="noStrike" spc="-1">
              <a:latin typeface="Arial"/>
            </a:endParaRPr>
          </a:p>
          <a:p>
            <a:pPr marL="343080" indent="-342000" algn="just">
              <a:lnSpc>
                <a:spcPct val="100000"/>
              </a:lnSpc>
              <a:spcBef>
                <a:spcPts val="479"/>
              </a:spcBef>
              <a:buClr>
                <a:srgbClr val="000000"/>
              </a:buClr>
              <a:buFont typeface="Arial"/>
              <a:buChar char="•"/>
            </a:pPr>
            <a:r>
              <a:rPr lang="es-ES" sz="2400" b="1" strike="noStrike" spc="-1">
                <a:solidFill>
                  <a:srgbClr val="000000"/>
                </a:solidFill>
                <a:latin typeface="Arial"/>
                <a:ea typeface="DejaVu Sans"/>
              </a:rPr>
              <a:t>Permitir una única dirección IP:</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marL="343080" indent="-342000">
              <a:lnSpc>
                <a:spcPct val="100000"/>
              </a:lnSpc>
              <a:spcBef>
                <a:spcPts val="641"/>
              </a:spcBef>
            </a:pPr>
            <a:endParaRPr lang="es-ES" sz="2400" b="0" strike="noStrike" spc="-1">
              <a:latin typeface="Arial"/>
            </a:endParaRPr>
          </a:p>
          <a:p>
            <a:pPr marL="343080" indent="-342000">
              <a:lnSpc>
                <a:spcPct val="100000"/>
              </a:lnSpc>
              <a:spcBef>
                <a:spcPts val="641"/>
              </a:spcBef>
            </a:pPr>
            <a:endParaRPr lang="es-ES" sz="2400" b="0" strike="noStrike" spc="-1">
              <a:latin typeface="Arial"/>
            </a:endParaRPr>
          </a:p>
        </p:txBody>
      </p:sp>
      <p:pic>
        <p:nvPicPr>
          <p:cNvPr id="288" name="Picture 3"/>
          <p:cNvPicPr/>
          <p:nvPr/>
        </p:nvPicPr>
        <p:blipFill>
          <a:blip r:embed="rId4"/>
          <a:stretch/>
        </p:blipFill>
        <p:spPr>
          <a:xfrm>
            <a:off x="1409400" y="5805360"/>
            <a:ext cx="7718040" cy="732960"/>
          </a:xfrm>
          <a:prstGeom prst="rect">
            <a:avLst/>
          </a:prstGeom>
          <a:ln>
            <a:noFill/>
          </a:ln>
        </p:spPr>
      </p:pic>
      <p:pic>
        <p:nvPicPr>
          <p:cNvPr id="289" name="Picture 4"/>
          <p:cNvPicPr/>
          <p:nvPr/>
        </p:nvPicPr>
        <p:blipFill>
          <a:blip r:embed="rId5"/>
          <a:stretch/>
        </p:blipFill>
        <p:spPr>
          <a:xfrm>
            <a:off x="611640" y="4797000"/>
            <a:ext cx="8439840" cy="281160"/>
          </a:xfrm>
          <a:prstGeom prst="rect">
            <a:avLst/>
          </a:prstGeom>
          <a:ln>
            <a:noFill/>
          </a:ln>
        </p:spPr>
      </p:pic>
      <p:pic>
        <p:nvPicPr>
          <p:cNvPr id="290" name="Picture 2"/>
          <p:cNvPicPr/>
          <p:nvPr/>
        </p:nvPicPr>
        <p:blipFill>
          <a:blip r:embed="rId6"/>
          <a:stretch/>
        </p:blipFill>
        <p:spPr>
          <a:xfrm>
            <a:off x="33480" y="3071160"/>
            <a:ext cx="8981280" cy="12610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CONTROL DE ACCESO POR HOST</a:t>
            </a:r>
            <a:r>
              <a:rPr lang="es-ES" sz="3400" b="0" strike="noStrike" spc="-1">
                <a:solidFill>
                  <a:srgbClr val="66FF33"/>
                </a:solidFill>
                <a:latin typeface="Century Gothic"/>
                <a:ea typeface="DejaVu Sans"/>
              </a:rPr>
              <a:t> (IP/nombre_dominio)</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292" name="CustomShape 2"/>
          <p:cNvSpPr/>
          <p:nvPr/>
        </p:nvSpPr>
        <p:spPr>
          <a:xfrm>
            <a:off x="251640" y="105264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479"/>
              </a:spcBef>
              <a:buClr>
                <a:srgbClr val="000000"/>
              </a:buClr>
              <a:buFont typeface="Arial"/>
              <a:buChar char="•"/>
            </a:pPr>
            <a:r>
              <a:rPr lang="es-ES" sz="2400" b="0" strike="noStrike" spc="-1">
                <a:solidFill>
                  <a:srgbClr val="000000"/>
                </a:solidFill>
                <a:latin typeface="Arial"/>
                <a:ea typeface="DejaVu Sans"/>
              </a:rPr>
              <a:t>Denegar el acceso a un host:</a:t>
            </a:r>
            <a:endParaRPr lang="es-ES" sz="2400" b="0" strike="noStrike" spc="-1">
              <a:latin typeface="Arial"/>
            </a:endParaRPr>
          </a:p>
          <a:p>
            <a:pPr>
              <a:lnSpc>
                <a:spcPct val="100000"/>
              </a:lnSpc>
              <a:spcBef>
                <a:spcPts val="479"/>
              </a:spcBef>
            </a:pPr>
            <a:endParaRPr lang="es-ES" sz="2400" b="0" strike="noStrike" spc="-1">
              <a:latin typeface="Arial"/>
            </a:endParaRPr>
          </a:p>
          <a:p>
            <a:pPr>
              <a:lnSpc>
                <a:spcPct val="100000"/>
              </a:lnSpc>
              <a:spcBef>
                <a:spcPts val="479"/>
              </a:spcBef>
            </a:pPr>
            <a:endParaRPr lang="es-ES" sz="2400" b="0" strike="noStrike" spc="-1">
              <a:latin typeface="Arial"/>
            </a:endParaRPr>
          </a:p>
          <a:p>
            <a:pPr marL="343080" indent="-342000">
              <a:lnSpc>
                <a:spcPct val="100000"/>
              </a:lnSpc>
              <a:spcBef>
                <a:spcPts val="479"/>
              </a:spcBef>
              <a:buClr>
                <a:srgbClr val="000000"/>
              </a:buClr>
              <a:buFont typeface="Arial"/>
              <a:buChar char="•"/>
            </a:pPr>
            <a:r>
              <a:rPr lang="es-ES" sz="2400" b="0" strike="noStrike" spc="-1">
                <a:solidFill>
                  <a:srgbClr val="000000"/>
                </a:solidFill>
                <a:latin typeface="Arial"/>
                <a:ea typeface="DejaVu Sans"/>
              </a:rPr>
              <a:t>Denegar el acceso a un dominio completo:</a:t>
            </a:r>
            <a:endParaRPr lang="es-ES" sz="2400" b="0" strike="noStrike" spc="-1">
              <a:latin typeface="Arial"/>
            </a:endParaRPr>
          </a:p>
          <a:p>
            <a:pPr>
              <a:lnSpc>
                <a:spcPct val="100000"/>
              </a:lnSpc>
              <a:spcBef>
                <a:spcPts val="479"/>
              </a:spcBef>
            </a:pPr>
            <a:endParaRPr lang="es-ES" sz="2400" b="0" strike="noStrike" spc="-1">
              <a:latin typeface="Arial"/>
            </a:endParaRPr>
          </a:p>
          <a:p>
            <a:pPr>
              <a:lnSpc>
                <a:spcPct val="100000"/>
              </a:lnSpc>
              <a:spcBef>
                <a:spcPts val="479"/>
              </a:spcBef>
            </a:pPr>
            <a:endParaRPr lang="es-ES" sz="2400" b="0" strike="noStrike" spc="-1">
              <a:latin typeface="Arial"/>
            </a:endParaRPr>
          </a:p>
        </p:txBody>
      </p:sp>
      <p:sp>
        <p:nvSpPr>
          <p:cNvPr id="293"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BCD54BA-DF28-4093-83D4-012918641EDB}" type="slidenum">
              <a:rPr lang="es-ES" sz="1200" b="0" i="1" strike="noStrike" spc="-1">
                <a:solidFill>
                  <a:srgbClr val="91E614"/>
                </a:solidFill>
                <a:latin typeface="Century Gothic"/>
                <a:ea typeface="DejaVu Sans"/>
              </a:rPr>
              <a:t>47</a:t>
            </a:fld>
            <a:endParaRPr lang="es-ES" sz="1200" b="0" strike="noStrike" spc="-1">
              <a:latin typeface="Arial"/>
            </a:endParaRPr>
          </a:p>
        </p:txBody>
      </p:sp>
      <p:pic>
        <p:nvPicPr>
          <p:cNvPr id="294" name="Picture 2"/>
          <p:cNvPicPr/>
          <p:nvPr/>
        </p:nvPicPr>
        <p:blipFill>
          <a:blip r:embed="rId3"/>
          <a:stretch/>
        </p:blipFill>
        <p:spPr>
          <a:xfrm>
            <a:off x="683640" y="1628640"/>
            <a:ext cx="8217720" cy="489960"/>
          </a:xfrm>
          <a:prstGeom prst="rect">
            <a:avLst/>
          </a:prstGeom>
          <a:ln>
            <a:noFill/>
          </a:ln>
        </p:spPr>
      </p:pic>
      <p:pic>
        <p:nvPicPr>
          <p:cNvPr id="295" name="Picture 3"/>
          <p:cNvPicPr/>
          <p:nvPr/>
        </p:nvPicPr>
        <p:blipFill>
          <a:blip r:embed="rId4"/>
          <a:stretch/>
        </p:blipFill>
        <p:spPr>
          <a:xfrm>
            <a:off x="683640" y="2929680"/>
            <a:ext cx="8217720" cy="4899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CONTROL DE ACCESO POR HOST</a:t>
            </a:r>
            <a:r>
              <a:rPr lang="es-ES" sz="3400" b="0" strike="noStrike" spc="-1">
                <a:solidFill>
                  <a:srgbClr val="66FF33"/>
                </a:solidFill>
                <a:latin typeface="Century Gothic"/>
                <a:ea typeface="DejaVu Sans"/>
              </a:rPr>
              <a:t> (IP/nombre_dominio)</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297" name="CustomShape 2"/>
          <p:cNvSpPr/>
          <p:nvPr/>
        </p:nvSpPr>
        <p:spPr>
          <a:xfrm>
            <a:off x="251640" y="105264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0" strike="noStrike" spc="-1">
                <a:solidFill>
                  <a:srgbClr val="000000"/>
                </a:solidFill>
                <a:latin typeface="Arial"/>
                <a:ea typeface="DejaVu Sans"/>
              </a:rPr>
              <a:t>La directiva </a:t>
            </a:r>
            <a:r>
              <a:rPr lang="es-ES" sz="2400" b="1" strike="noStrike" spc="-1">
                <a:solidFill>
                  <a:srgbClr val="000000"/>
                </a:solidFill>
                <a:latin typeface="Arial"/>
                <a:ea typeface="DejaVu Sans"/>
              </a:rPr>
              <a:t>Require</a:t>
            </a:r>
            <a:r>
              <a:rPr lang="es-ES" sz="2400" b="0" strike="noStrike" spc="-1">
                <a:solidFill>
                  <a:srgbClr val="000000"/>
                </a:solidFill>
                <a:latin typeface="Arial"/>
                <a:ea typeface="DejaVu Sans"/>
              </a:rPr>
              <a:t> puede combinarse mediante las directivas </a:t>
            </a:r>
            <a:r>
              <a:rPr lang="es-ES" sz="2400" b="1" strike="noStrike" spc="-1">
                <a:solidFill>
                  <a:srgbClr val="000000"/>
                </a:solidFill>
                <a:latin typeface="Arial"/>
                <a:ea typeface="DejaVu Sans"/>
              </a:rPr>
              <a:t>&lt;RequireAll&gt;...&lt;/RequireAll&gt;</a:t>
            </a:r>
            <a:r>
              <a:rPr lang="es-ES" sz="2400" b="0" strike="noStrike" spc="-1">
                <a:solidFill>
                  <a:srgbClr val="000000"/>
                </a:solidFill>
                <a:latin typeface="Arial"/>
                <a:ea typeface="DejaVu Sans"/>
              </a:rPr>
              <a:t>, </a:t>
            </a:r>
            <a:r>
              <a:rPr lang="es-ES" sz="2400" b="1" strike="noStrike" spc="-1">
                <a:solidFill>
                  <a:srgbClr val="000000"/>
                </a:solidFill>
                <a:latin typeface="Arial"/>
                <a:ea typeface="DejaVu Sans"/>
              </a:rPr>
              <a:t>&lt;RequireAny&gt;...&lt;/RequireAny&gt; </a:t>
            </a:r>
            <a:r>
              <a:rPr lang="es-ES" sz="2400" b="0" strike="noStrike" spc="-1">
                <a:solidFill>
                  <a:srgbClr val="000000"/>
                </a:solidFill>
                <a:latin typeface="Arial"/>
                <a:ea typeface="DejaVu Sans"/>
              </a:rPr>
              <a:t>y </a:t>
            </a:r>
            <a:r>
              <a:rPr lang="es-ES" sz="2400" b="1" strike="noStrike" spc="-1">
                <a:solidFill>
                  <a:srgbClr val="000000"/>
                </a:solidFill>
                <a:latin typeface="Arial"/>
                <a:ea typeface="DejaVu Sans"/>
              </a:rPr>
              <a:t>&lt;RequireNone&gt;...&lt;/RequireNone&gt; </a:t>
            </a:r>
            <a:r>
              <a:rPr lang="es-ES" sz="2400" b="0" strike="noStrike" spc="-1">
                <a:solidFill>
                  <a:srgbClr val="000000"/>
                </a:solidFill>
                <a:latin typeface="Arial"/>
                <a:ea typeface="DejaVu Sans"/>
              </a:rPr>
              <a:t>para formar reglas más complejas. </a:t>
            </a:r>
            <a:endParaRPr lang="es-ES" sz="2400" b="0" strike="noStrike" spc="-1">
              <a:latin typeface="Arial"/>
            </a:endParaRPr>
          </a:p>
          <a:p>
            <a:pPr algn="just">
              <a:lnSpc>
                <a:spcPct val="100000"/>
              </a:lnSpc>
              <a:spcBef>
                <a:spcPts val="479"/>
              </a:spcBef>
            </a:pPr>
            <a:r>
              <a:rPr lang="es-ES" sz="2400" b="1" strike="noStrike" spc="-1">
                <a:solidFill>
                  <a:srgbClr val="000000"/>
                </a:solidFill>
                <a:latin typeface="Arial"/>
                <a:ea typeface="DejaVu Sans"/>
              </a:rPr>
              <a:t>&lt;RequireAll&gt;...&lt;/RequireAll&gt; </a:t>
            </a:r>
            <a:r>
              <a:rPr lang="es-ES" sz="2400" b="0" strike="noStrike" spc="-1">
                <a:solidFill>
                  <a:srgbClr val="000000"/>
                </a:solidFill>
                <a:latin typeface="Arial"/>
                <a:ea typeface="DejaVu Sans"/>
              </a:rPr>
              <a:t>indica que la autenticación se cumple si todas las directivas se cumplen. Ejemplo:</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pPr>
            <a:r>
              <a:rPr lang="es-ES" sz="2400" b="0" strike="noStrike" spc="-1">
                <a:solidFill>
                  <a:srgbClr val="000000"/>
                </a:solidFill>
                <a:latin typeface="Arial"/>
                <a:ea typeface="DejaVu Sans"/>
              </a:rPr>
              <a:t>Permitirá el acceso si el ordenador no es de la redes 147.156.0.0. y 192.168.100.0</a:t>
            </a:r>
            <a:endParaRPr lang="es-ES" sz="2400" b="0" strike="noStrike" spc="-1">
              <a:latin typeface="Arial"/>
            </a:endParaRPr>
          </a:p>
          <a:p>
            <a:pPr algn="just">
              <a:lnSpc>
                <a:spcPct val="100000"/>
              </a:lnSpc>
              <a:spcBef>
                <a:spcPts val="479"/>
              </a:spcBef>
            </a:pPr>
            <a:endParaRPr lang="es-ES" sz="2400" b="0" strike="noStrike" spc="-1">
              <a:latin typeface="Arial"/>
            </a:endParaRPr>
          </a:p>
        </p:txBody>
      </p:sp>
      <p:sp>
        <p:nvSpPr>
          <p:cNvPr id="298"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FB8A0D1-4614-490F-B9B2-E6139DC8A21E}" type="slidenum">
              <a:rPr lang="es-ES" sz="1200" b="0" i="1" strike="noStrike" spc="-1">
                <a:solidFill>
                  <a:srgbClr val="91E614"/>
                </a:solidFill>
                <a:latin typeface="Century Gothic"/>
                <a:ea typeface="DejaVu Sans"/>
              </a:rPr>
              <a:t>48</a:t>
            </a:fld>
            <a:endParaRPr lang="es-ES" sz="1200" b="0" strike="noStrike" spc="-1">
              <a:latin typeface="Arial"/>
            </a:endParaRPr>
          </a:p>
        </p:txBody>
      </p:sp>
      <p:pic>
        <p:nvPicPr>
          <p:cNvPr id="299" name="Picture 2"/>
          <p:cNvPicPr/>
          <p:nvPr/>
        </p:nvPicPr>
        <p:blipFill>
          <a:blip r:embed="rId3"/>
          <a:stretch/>
        </p:blipFill>
        <p:spPr>
          <a:xfrm>
            <a:off x="395640" y="3933000"/>
            <a:ext cx="7607520" cy="1128960"/>
          </a:xfrm>
          <a:prstGeom prst="rect">
            <a:avLst/>
          </a:prstGeom>
          <a:ln w="9360">
            <a:solidFill>
              <a:schemeClr val="tx1"/>
            </a:solidFill>
            <a:miter/>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CONTROL DE ACCESO POR HOST</a:t>
            </a:r>
            <a:r>
              <a:rPr lang="es-ES" sz="3400" b="0" strike="noStrike" spc="-1">
                <a:solidFill>
                  <a:srgbClr val="66FF33"/>
                </a:solidFill>
                <a:latin typeface="Century Gothic"/>
                <a:ea typeface="DejaVu Sans"/>
              </a:rPr>
              <a:t> (IP/nombre_dominio)</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301" name="CustomShape 2"/>
          <p:cNvSpPr/>
          <p:nvPr/>
        </p:nvSpPr>
        <p:spPr>
          <a:xfrm>
            <a:off x="251640" y="105264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1" strike="noStrike" spc="-1">
                <a:solidFill>
                  <a:srgbClr val="000000"/>
                </a:solidFill>
                <a:latin typeface="Arial"/>
                <a:ea typeface="DejaVu Sans"/>
              </a:rPr>
              <a:t>&lt;RequireAny&gt;...&lt;/RequireAny&gt; </a:t>
            </a:r>
            <a:r>
              <a:rPr lang="es-ES" sz="2400" b="0" strike="noStrike" spc="-1">
                <a:solidFill>
                  <a:srgbClr val="000000"/>
                </a:solidFill>
                <a:latin typeface="Arial"/>
                <a:ea typeface="DejaVu Sans"/>
              </a:rPr>
              <a:t>indica que la autenticación se cumple si al menos una de las directivas se cumple. Está establecida por defecto. Ejemplo:</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pPr>
            <a:r>
              <a:rPr lang="es-ES" sz="2400" b="0" strike="noStrike" spc="-1">
                <a:solidFill>
                  <a:srgbClr val="000000"/>
                </a:solidFill>
                <a:latin typeface="Arial"/>
                <a:ea typeface="DejaVu Sans"/>
              </a:rPr>
              <a:t>Permitirá el acceso a las direcciones IP 192.168.100.8 y 192.168.100.9.</a:t>
            </a:r>
            <a:endParaRPr lang="es-ES" sz="2400" b="0" strike="noStrike" spc="-1">
              <a:latin typeface="Arial"/>
            </a:endParaRPr>
          </a:p>
          <a:p>
            <a:pPr>
              <a:lnSpc>
                <a:spcPct val="100000"/>
              </a:lnSpc>
              <a:spcBef>
                <a:spcPts val="479"/>
              </a:spcBef>
            </a:pPr>
            <a:endParaRPr lang="es-ES" sz="2400" b="0" strike="noStrike" spc="-1">
              <a:latin typeface="Arial"/>
            </a:endParaRPr>
          </a:p>
        </p:txBody>
      </p:sp>
      <p:sp>
        <p:nvSpPr>
          <p:cNvPr id="302"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40C6045-1475-4F14-9DD9-F8924153D13C}" type="slidenum">
              <a:rPr lang="es-ES" sz="1200" b="0" i="1" strike="noStrike" spc="-1">
                <a:solidFill>
                  <a:srgbClr val="91E614"/>
                </a:solidFill>
                <a:latin typeface="Century Gothic"/>
                <a:ea typeface="DejaVu Sans"/>
              </a:rPr>
              <a:t>49</a:t>
            </a:fld>
            <a:endParaRPr lang="es-ES" sz="1200" b="0" strike="noStrike" spc="-1">
              <a:latin typeface="Arial"/>
            </a:endParaRPr>
          </a:p>
        </p:txBody>
      </p:sp>
      <p:pic>
        <p:nvPicPr>
          <p:cNvPr id="303" name="Picture 2"/>
          <p:cNvPicPr/>
          <p:nvPr/>
        </p:nvPicPr>
        <p:blipFill>
          <a:blip r:embed="rId3"/>
          <a:stretch/>
        </p:blipFill>
        <p:spPr>
          <a:xfrm>
            <a:off x="395640" y="2421000"/>
            <a:ext cx="8384760" cy="1244160"/>
          </a:xfrm>
          <a:prstGeom prst="rect">
            <a:avLst/>
          </a:prstGeom>
          <a:ln w="9360">
            <a:solidFill>
              <a:schemeClr val="tx1"/>
            </a:solidFill>
            <a:miter/>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CONTROL DE ACCESO POR HOST</a:t>
            </a:r>
            <a:r>
              <a:rPr lang="es-ES" sz="3400" b="0" strike="noStrike" spc="-1">
                <a:solidFill>
                  <a:srgbClr val="66FF33"/>
                </a:solidFill>
                <a:latin typeface="Century Gothic"/>
                <a:ea typeface="DejaVu Sans"/>
              </a:rPr>
              <a:t> (IP/nombre_dominio)</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305" name="CustomShape 2"/>
          <p:cNvSpPr/>
          <p:nvPr/>
        </p:nvSpPr>
        <p:spPr>
          <a:xfrm>
            <a:off x="251640" y="105264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1" strike="noStrike" spc="-1">
                <a:solidFill>
                  <a:srgbClr val="000000"/>
                </a:solidFill>
                <a:latin typeface="Arial"/>
                <a:ea typeface="DejaVu Sans"/>
              </a:rPr>
              <a:t>&lt;RequireNone&gt;...&lt;/RequireNone&gt; </a:t>
            </a:r>
            <a:r>
              <a:rPr lang="es-ES" sz="2400" b="0" strike="noStrike" spc="-1">
                <a:solidFill>
                  <a:srgbClr val="000000"/>
                </a:solidFill>
                <a:latin typeface="Arial"/>
                <a:ea typeface="DejaVu Sans"/>
              </a:rPr>
              <a:t>indica que la autenticación se cumple si todas las directivas no se cumplen. Ejemplo:</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Permitirá el acceso todas las direcciones IP escepto 192.168.100.8 y 192.168.100.9.</a:t>
            </a:r>
            <a:endParaRPr lang="es-ES" sz="2400" b="0" strike="noStrike" spc="-1">
              <a:latin typeface="Arial"/>
            </a:endParaRPr>
          </a:p>
        </p:txBody>
      </p:sp>
      <p:sp>
        <p:nvSpPr>
          <p:cNvPr id="306"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C843DF5-9344-4A68-8362-FB5D4EBA7155}" type="slidenum">
              <a:rPr lang="es-ES" sz="1200" b="0" i="1" strike="noStrike" spc="-1">
                <a:solidFill>
                  <a:srgbClr val="91E614"/>
                </a:solidFill>
                <a:latin typeface="Century Gothic"/>
                <a:ea typeface="DejaVu Sans"/>
              </a:rPr>
              <a:t>50</a:t>
            </a:fld>
            <a:endParaRPr lang="es-ES" sz="1200" b="0" strike="noStrike" spc="-1">
              <a:latin typeface="Arial"/>
            </a:endParaRPr>
          </a:p>
        </p:txBody>
      </p:sp>
      <p:pic>
        <p:nvPicPr>
          <p:cNvPr id="307" name="Picture 2"/>
          <p:cNvPicPr/>
          <p:nvPr/>
        </p:nvPicPr>
        <p:blipFill>
          <a:blip r:embed="rId3"/>
          <a:stretch/>
        </p:blipFill>
        <p:spPr>
          <a:xfrm>
            <a:off x="395640" y="2324880"/>
            <a:ext cx="8218080" cy="16344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AUTENTICACÓN</a:t>
            </a:r>
            <a:endParaRPr lang="es-ES" sz="3400" b="0" strike="noStrike" spc="-1">
              <a:latin typeface="Arial"/>
            </a:endParaRPr>
          </a:p>
        </p:txBody>
      </p:sp>
      <p:sp>
        <p:nvSpPr>
          <p:cNvPr id="30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La autenticación es el proceso para verificar que alguien es realmente quién dice ser. </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Muchas veces los sitios web contienen información sensible y dirigida a un grupo reducido de usuarios.  Apache se puede configurar para controlar los usuarios que tienen acceso a una página web o a una parte de esta.</a:t>
            </a:r>
            <a:endParaRPr lang="es-ES" sz="3200" b="0" strike="noStrike" spc="-1">
              <a:latin typeface="Arial"/>
            </a:endParaRPr>
          </a:p>
        </p:txBody>
      </p:sp>
      <p:sp>
        <p:nvSpPr>
          <p:cNvPr id="31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1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11E390D-0085-42CB-875B-86E61E4163C5}" type="slidenum">
              <a:rPr lang="es-ES" sz="1200" b="0" i="1" strike="noStrike" spc="-1">
                <a:solidFill>
                  <a:srgbClr val="91E614"/>
                </a:solidFill>
                <a:latin typeface="Century Gothic"/>
                <a:ea typeface="DejaVu Sans"/>
              </a:rPr>
              <a:t>51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AUTENTICACÓN</a:t>
            </a:r>
            <a:endParaRPr lang="es-ES" sz="3400" b="0" strike="noStrike" spc="-1">
              <a:latin typeface="Arial"/>
            </a:endParaRPr>
          </a:p>
        </p:txBody>
      </p:sp>
      <p:sp>
        <p:nvSpPr>
          <p:cNvPr id="31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53880" indent="-3528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La autenticación es el proceso para verificar que alguien es realmente quién dice ser. </a:t>
            </a:r>
            <a:endParaRPr lang="es-ES" sz="3200" b="0" strike="noStrike" spc="-1">
              <a:latin typeface="Arial"/>
            </a:endParaRPr>
          </a:p>
          <a:p>
            <a:pPr marL="353880" indent="-3528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Existen módulos que permiten la autenticación.</a:t>
            </a:r>
            <a:endParaRPr lang="es-ES" sz="3200" b="0" strike="noStrike" spc="-1">
              <a:latin typeface="Arial"/>
            </a:endParaRPr>
          </a:p>
          <a:p>
            <a:pPr marL="353880" indent="-3528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Se pueden utilizar diferentes sistemas para almacenar la información necesaria: ficheros, bases de datos, servidores de directorios (LDAP).</a:t>
            </a:r>
            <a:endParaRPr lang="es-ES" sz="3200" b="0" strike="noStrike" spc="-1">
              <a:latin typeface="Arial"/>
            </a:endParaRPr>
          </a:p>
        </p:txBody>
      </p:sp>
      <p:sp>
        <p:nvSpPr>
          <p:cNvPr id="31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1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9E19C700-85E1-4297-B762-7BA656B8C1E0}" type="slidenum">
              <a:rPr lang="es-ES" sz="1200" b="0" i="1" strike="noStrike" spc="-1">
                <a:solidFill>
                  <a:srgbClr val="91E614"/>
                </a:solidFill>
                <a:latin typeface="Century Gothic"/>
                <a:ea typeface="DejaVu Sans"/>
              </a:rPr>
              <a:t>52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AUTENTICACÓN. Tipos</a:t>
            </a:r>
            <a:endParaRPr lang="es-ES" sz="3400" b="0" strike="noStrike" spc="-1">
              <a:latin typeface="Arial"/>
            </a:endParaRPr>
          </a:p>
        </p:txBody>
      </p:sp>
      <p:sp>
        <p:nvSpPr>
          <p:cNvPr id="31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buClr>
                <a:srgbClr val="000000"/>
              </a:buClr>
              <a:buFont typeface="Symbol"/>
              <a:buChar char=""/>
            </a:pPr>
            <a:r>
              <a:rPr lang="es-ES" sz="3200" b="1" strike="noStrike" spc="-1">
                <a:solidFill>
                  <a:srgbClr val="000000"/>
                </a:solidFill>
                <a:latin typeface="Arial"/>
                <a:ea typeface="DejaVu Sans"/>
              </a:rPr>
              <a:t>Basic</a:t>
            </a:r>
            <a:endParaRPr lang="es-ES" sz="3200" b="0" strike="noStrike" spc="-1">
              <a:latin typeface="Arial"/>
            </a:endParaRPr>
          </a:p>
          <a:p>
            <a:pPr marL="743040" lvl="1" indent="-284760">
              <a:lnSpc>
                <a:spcPct val="100000"/>
              </a:lnSpc>
              <a:spcBef>
                <a:spcPts val="561"/>
              </a:spcBef>
              <a:buClr>
                <a:srgbClr val="000000"/>
              </a:buClr>
              <a:buFont typeface="Symbol"/>
              <a:buChar char=""/>
            </a:pPr>
            <a:r>
              <a:rPr lang="es-ES" sz="2800" b="0" strike="noStrike" spc="-1">
                <a:solidFill>
                  <a:srgbClr val="000000"/>
                </a:solidFill>
                <a:latin typeface="Arial"/>
                <a:ea typeface="DejaVu Sans"/>
              </a:rPr>
              <a:t> Módulo </a:t>
            </a:r>
            <a:r>
              <a:rPr lang="es-ES" sz="2800" b="1" strike="noStrike" spc="-1">
                <a:solidFill>
                  <a:srgbClr val="000000"/>
                </a:solidFill>
                <a:latin typeface="Arial"/>
                <a:ea typeface="DejaVu Sans"/>
              </a:rPr>
              <a:t>mod_auth_basic</a:t>
            </a:r>
            <a:r>
              <a:rPr lang="es-ES" sz="2800" b="0" strike="noStrike" spc="-1">
                <a:solidFill>
                  <a:srgbClr val="000000"/>
                </a:solidFill>
                <a:latin typeface="Arial"/>
                <a:ea typeface="DejaVu Sans"/>
              </a:rPr>
              <a:t>.</a:t>
            </a:r>
            <a:endParaRPr lang="es-ES" sz="2800" b="0" strike="noStrike" spc="-1">
              <a:latin typeface="Arial"/>
            </a:endParaRPr>
          </a:p>
          <a:p>
            <a:pPr marL="343080" indent="-342000">
              <a:lnSpc>
                <a:spcPct val="100000"/>
              </a:lnSpc>
              <a:spcBef>
                <a:spcPts val="641"/>
              </a:spcBef>
              <a:buClr>
                <a:srgbClr val="000000"/>
              </a:buClr>
              <a:buFont typeface="Symbol"/>
              <a:buChar char=""/>
            </a:pPr>
            <a:r>
              <a:rPr lang="es-ES" sz="3200" b="1" strike="noStrike" spc="-1">
                <a:solidFill>
                  <a:srgbClr val="000000"/>
                </a:solidFill>
                <a:latin typeface="Arial"/>
                <a:ea typeface="DejaVu Sans"/>
              </a:rPr>
              <a:t>Digest</a:t>
            </a:r>
            <a:endParaRPr lang="es-ES" sz="3200" b="0" strike="noStrike" spc="-1">
              <a:latin typeface="Arial"/>
            </a:endParaRPr>
          </a:p>
          <a:p>
            <a:pPr marL="743040" lvl="1" indent="-284760">
              <a:lnSpc>
                <a:spcPct val="100000"/>
              </a:lnSpc>
              <a:spcBef>
                <a:spcPts val="561"/>
              </a:spcBef>
              <a:buClr>
                <a:srgbClr val="000000"/>
              </a:buClr>
              <a:buFont typeface="Symbol"/>
              <a:buChar char=""/>
            </a:pPr>
            <a:r>
              <a:rPr lang="es-ES" sz="2800" b="0" strike="noStrike" spc="-1">
                <a:solidFill>
                  <a:srgbClr val="000000"/>
                </a:solidFill>
                <a:latin typeface="Arial"/>
                <a:ea typeface="DejaVu Sans"/>
              </a:rPr>
              <a:t>Módulo </a:t>
            </a:r>
            <a:r>
              <a:rPr lang="es-ES" sz="2800" b="1" strike="noStrike" spc="-1">
                <a:solidFill>
                  <a:srgbClr val="000000"/>
                </a:solidFill>
                <a:latin typeface="Arial"/>
                <a:ea typeface="DejaVu Sans"/>
              </a:rPr>
              <a:t>mod_auth_digest</a:t>
            </a:r>
            <a:r>
              <a:rPr lang="es-ES" sz="2800" b="0" strike="noStrike" spc="-1">
                <a:solidFill>
                  <a:srgbClr val="000000"/>
                </a:solidFill>
                <a:latin typeface="Arial"/>
                <a:ea typeface="DejaVu Sans"/>
              </a:rPr>
              <a:t>.</a:t>
            </a:r>
            <a:endParaRPr lang="es-ES" sz="2800" b="0" strike="noStrike" spc="-1">
              <a:latin typeface="Arial"/>
            </a:endParaRPr>
          </a:p>
          <a:p>
            <a:pPr marL="343080" indent="-342000">
              <a:lnSpc>
                <a:spcPct val="100000"/>
              </a:lnSpc>
              <a:spcBef>
                <a:spcPts val="641"/>
              </a:spcBef>
              <a:buClr>
                <a:srgbClr val="000000"/>
              </a:buClr>
              <a:buFont typeface="Symbol"/>
              <a:buChar char=""/>
            </a:pPr>
            <a:r>
              <a:rPr lang="es-ES" sz="3200" b="1" strike="noStrike" spc="-1">
                <a:solidFill>
                  <a:srgbClr val="000000"/>
                </a:solidFill>
                <a:latin typeface="Arial"/>
                <a:ea typeface="DejaVu Sans"/>
              </a:rPr>
              <a:t>Certificados digitales</a:t>
            </a:r>
            <a:endParaRPr lang="es-ES" sz="3200" b="0" strike="noStrike" spc="-1">
              <a:latin typeface="Arial"/>
            </a:endParaRPr>
          </a:p>
          <a:p>
            <a:pPr marL="743040" lvl="1" indent="-284760">
              <a:lnSpc>
                <a:spcPct val="100000"/>
              </a:lnSpc>
              <a:spcBef>
                <a:spcPts val="561"/>
              </a:spcBef>
              <a:buClr>
                <a:srgbClr val="000000"/>
              </a:buClr>
              <a:buFont typeface="Symbol"/>
              <a:buChar char=""/>
            </a:pPr>
            <a:r>
              <a:rPr lang="es-ES" sz="2800" b="0" strike="noStrike" spc="-1">
                <a:solidFill>
                  <a:srgbClr val="000000"/>
                </a:solidFill>
                <a:latin typeface="Arial"/>
                <a:ea typeface="DejaVu Sans"/>
              </a:rPr>
              <a:t>Módulo </a:t>
            </a:r>
            <a:r>
              <a:rPr lang="es-ES" sz="2800" b="1" strike="noStrike" spc="-1">
                <a:solidFill>
                  <a:srgbClr val="000000"/>
                </a:solidFill>
                <a:latin typeface="Arial"/>
                <a:ea typeface="DejaVu Sans"/>
              </a:rPr>
              <a:t>mod_ssl</a:t>
            </a:r>
            <a:r>
              <a:rPr lang="es-ES" sz="2800" b="0" strike="noStrike" spc="-1">
                <a:solidFill>
                  <a:srgbClr val="000000"/>
                </a:solidFill>
                <a:latin typeface="Arial"/>
                <a:ea typeface="DejaVu Sans"/>
              </a:rPr>
              <a:t>.</a:t>
            </a:r>
            <a:endParaRPr lang="es-ES" sz="2800" b="0" strike="noStrike" spc="-1">
              <a:latin typeface="Arial"/>
            </a:endParaRPr>
          </a:p>
        </p:txBody>
      </p:sp>
      <p:sp>
        <p:nvSpPr>
          <p:cNvPr id="31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1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16E6018-3512-422D-920C-74F5A6A61187}" type="slidenum">
              <a:rPr lang="es-ES" sz="1200" b="0" i="1" strike="noStrike" spc="-1">
                <a:solidFill>
                  <a:srgbClr val="91E614"/>
                </a:solidFill>
                <a:latin typeface="Century Gothic"/>
                <a:ea typeface="DejaVu Sans"/>
              </a:rPr>
              <a:t>53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Basic</a:t>
            </a:r>
            <a:endParaRPr lang="es-ES" sz="3400" b="0" strike="noStrike" spc="-1">
              <a:latin typeface="Arial"/>
            </a:endParaRPr>
          </a:p>
        </p:txBody>
      </p:sp>
      <p:sp>
        <p:nvSpPr>
          <p:cNvPr id="32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buClr>
                <a:srgbClr val="000000"/>
              </a:buClr>
              <a:buFont typeface="Symbol"/>
              <a:buChar char=""/>
            </a:pPr>
            <a:r>
              <a:rPr lang="es-ES" sz="3200" b="1" strike="noStrike" spc="-1">
                <a:solidFill>
                  <a:srgbClr val="000000"/>
                </a:solidFill>
                <a:latin typeface="Arial"/>
                <a:ea typeface="DejaVu Sans"/>
              </a:rPr>
              <a:t>mod_auth_basic</a:t>
            </a:r>
            <a:endParaRPr lang="es-ES" sz="3200" b="0" strike="noStrike" spc="-1">
              <a:latin typeface="Arial"/>
            </a:endParaRPr>
          </a:p>
          <a:p>
            <a:pPr marL="743040" lvl="1" indent="-284760">
              <a:lnSpc>
                <a:spcPct val="100000"/>
              </a:lnSpc>
              <a:spcBef>
                <a:spcPts val="561"/>
              </a:spcBef>
              <a:buClr>
                <a:srgbClr val="000000"/>
              </a:buClr>
              <a:buFont typeface="Symbol"/>
              <a:buChar char=""/>
            </a:pPr>
            <a:r>
              <a:rPr lang="es-ES" sz="2800" b="0" strike="noStrike" spc="-1">
                <a:solidFill>
                  <a:srgbClr val="000000"/>
                </a:solidFill>
                <a:latin typeface="Arial"/>
                <a:ea typeface="DejaVu Sans"/>
              </a:rPr>
              <a:t>La contraseña es enviada por el cliente en texto plano.</a:t>
            </a:r>
            <a:endParaRPr lang="es-ES" sz="2800" b="0" strike="noStrike" spc="-1">
              <a:latin typeface="Arial"/>
            </a:endParaRPr>
          </a:p>
          <a:p>
            <a:pPr marL="743040" lvl="1" indent="-284760">
              <a:lnSpc>
                <a:spcPct val="100000"/>
              </a:lnSpc>
              <a:spcBef>
                <a:spcPts val="561"/>
              </a:spcBef>
              <a:buClr>
                <a:srgbClr val="000000"/>
              </a:buClr>
              <a:buFont typeface="Symbol"/>
              <a:buChar char=""/>
            </a:pPr>
            <a:r>
              <a:rPr lang="es-ES" sz="2800" b="0" strike="noStrike" spc="-1">
                <a:solidFill>
                  <a:srgbClr val="000000"/>
                </a:solidFill>
                <a:latin typeface="Arial"/>
                <a:ea typeface="DejaVu Sans"/>
              </a:rPr>
              <a:t>La información de los usuarios se almacena en un fichero de texto (orden </a:t>
            </a:r>
            <a:r>
              <a:rPr lang="es-ES" sz="2800" b="1" strike="noStrike" spc="-1">
                <a:solidFill>
                  <a:srgbClr val="000000"/>
                </a:solidFill>
                <a:latin typeface="Arial"/>
                <a:ea typeface="DejaVu Sans"/>
              </a:rPr>
              <a:t>htpasswd</a:t>
            </a:r>
            <a:r>
              <a:rPr lang="es-ES" sz="2800" b="0" strike="noStrike" spc="-1">
                <a:solidFill>
                  <a:srgbClr val="000000"/>
                </a:solidFill>
                <a:latin typeface="Arial"/>
                <a:ea typeface="DejaVu Sans"/>
              </a:rPr>
              <a:t>).</a:t>
            </a:r>
            <a:endParaRPr lang="es-ES" sz="2800" b="0" strike="noStrike" spc="-1">
              <a:latin typeface="Arial"/>
            </a:endParaRPr>
          </a:p>
          <a:p>
            <a:pPr marL="743040" lvl="1" indent="-28476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Es recomendable utilizar este método combinado con conexión SSL (HTTPS).</a:t>
            </a:r>
            <a:endParaRPr lang="es-ES" sz="2800" b="0" strike="noStrike" spc="-1">
              <a:latin typeface="Arial"/>
            </a:endParaRPr>
          </a:p>
        </p:txBody>
      </p:sp>
      <p:sp>
        <p:nvSpPr>
          <p:cNvPr id="32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2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791EB1AD-214C-4A13-B6FF-060F3AF41ED4}" type="slidenum">
              <a:rPr lang="es-ES" sz="1200" b="0" i="1" strike="noStrike" spc="-1">
                <a:solidFill>
                  <a:srgbClr val="91E614"/>
                </a:solidFill>
                <a:latin typeface="Century Gothic"/>
                <a:ea typeface="DejaVu Sans"/>
              </a:rPr>
              <a:t>54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Basic  </a:t>
            </a:r>
            <a:endParaRPr lang="es-ES" sz="3400" b="0" strike="noStrike" spc="-1">
              <a:latin typeface="Arial"/>
            </a:endParaRPr>
          </a:p>
        </p:txBody>
      </p:sp>
      <p:sp>
        <p:nvSpPr>
          <p:cNvPr id="32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0" strike="noStrike" spc="-1">
                <a:solidFill>
                  <a:srgbClr val="000000"/>
                </a:solidFill>
                <a:latin typeface="Arial"/>
                <a:ea typeface="DejaVu Sans"/>
              </a:rPr>
              <a:t>Para establecer el acceso a un directorio mediante contraseña es necesario:</a:t>
            </a:r>
            <a:endParaRPr lang="es-ES" sz="2400" b="0" strike="noStrike" spc="-1">
              <a:latin typeface="Arial"/>
            </a:endParaRPr>
          </a:p>
          <a:p>
            <a:pPr marL="914400" lvl="1" indent="-456120" algn="just">
              <a:lnSpc>
                <a:spcPct val="100000"/>
              </a:lnSpc>
              <a:spcBef>
                <a:spcPts val="479"/>
              </a:spcBef>
              <a:buClr>
                <a:srgbClr val="000000"/>
              </a:buClr>
              <a:buFont typeface="Century Gothic"/>
              <a:buAutoNum type="arabicPeriod"/>
            </a:pPr>
            <a:r>
              <a:rPr lang="es-ES" sz="2400" b="0" strike="noStrike" spc="-1">
                <a:solidFill>
                  <a:srgbClr val="000000"/>
                </a:solidFill>
                <a:latin typeface="Arial"/>
                <a:ea typeface="DejaVu Sans"/>
              </a:rPr>
              <a:t>Verificar que el módulo </a:t>
            </a:r>
            <a:r>
              <a:rPr lang="es-ES" sz="2400" b="1" i="1" strike="noStrike" spc="-1">
                <a:solidFill>
                  <a:srgbClr val="000000"/>
                </a:solidFill>
                <a:latin typeface="Arial"/>
                <a:ea typeface="DejaVu Sans"/>
              </a:rPr>
              <a:t>auth_basic</a:t>
            </a:r>
            <a:r>
              <a:rPr lang="es-ES" sz="2400" b="0" strike="noStrike" spc="-1">
                <a:solidFill>
                  <a:srgbClr val="000000"/>
                </a:solidFill>
                <a:latin typeface="Arial"/>
                <a:ea typeface="DejaVu Sans"/>
              </a:rPr>
              <a:t> (autentificación </a:t>
            </a:r>
            <a:r>
              <a:rPr lang="es-ES" sz="2400" b="0" i="1" strike="noStrike" spc="-1">
                <a:solidFill>
                  <a:srgbClr val="000000"/>
                </a:solidFill>
                <a:latin typeface="Arial"/>
                <a:ea typeface="DejaVu Sans"/>
              </a:rPr>
              <a:t>basic</a:t>
            </a:r>
            <a:r>
              <a:rPr lang="es-ES" sz="2400" b="0" strike="noStrike" spc="-1">
                <a:solidFill>
                  <a:srgbClr val="000000"/>
                </a:solidFill>
                <a:latin typeface="Arial"/>
                <a:ea typeface="DejaVu Sans"/>
              </a:rPr>
              <a:t>) está activado:</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ls –l /etc/apache2/mods-enabled</a:t>
            </a:r>
            <a:endParaRPr lang="es-ES" sz="2400" b="0" strike="noStrike" spc="-1">
              <a:latin typeface="Arial"/>
            </a:endParaRPr>
          </a:p>
          <a:p>
            <a:pPr marL="722160">
              <a:lnSpc>
                <a:spcPct val="100000"/>
              </a:lnSpc>
              <a:spcBef>
                <a:spcPts val="479"/>
              </a:spcBef>
            </a:pPr>
            <a:endParaRPr lang="es-ES" sz="2400" b="0" strike="noStrike" spc="-1">
              <a:latin typeface="Arial"/>
            </a:endParaRPr>
          </a:p>
          <a:p>
            <a:pPr marL="722160">
              <a:lnSpc>
                <a:spcPct val="100000"/>
              </a:lnSpc>
              <a:spcBef>
                <a:spcPts val="479"/>
              </a:spcBef>
            </a:pPr>
            <a:r>
              <a:rPr lang="es-ES" sz="2400" b="0" strike="noStrike" spc="-1">
                <a:solidFill>
                  <a:srgbClr val="000000"/>
                </a:solidFill>
                <a:latin typeface="Arial"/>
                <a:ea typeface="DejaVu Sans"/>
              </a:rPr>
              <a:t>Si no es así, activar el módulo: </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sudo a2enmod auth_basic</a:t>
            </a:r>
            <a:endParaRPr lang="es-ES" sz="2400" b="0" strike="noStrike" spc="-1">
              <a:latin typeface="Arial"/>
            </a:endParaRPr>
          </a:p>
          <a:p>
            <a:pPr>
              <a:lnSpc>
                <a:spcPct val="100000"/>
              </a:lnSpc>
              <a:spcBef>
                <a:spcPts val="479"/>
              </a:spcBef>
            </a:pPr>
            <a:r>
              <a:rPr lang="es-ES" sz="2400" b="0" strike="noStrike" spc="-1">
                <a:solidFill>
                  <a:srgbClr val="000000"/>
                </a:solidFill>
                <a:latin typeface="Arial"/>
                <a:ea typeface="DejaVu Sans"/>
              </a:rPr>
              <a:t>		</a:t>
            </a:r>
            <a:endParaRPr lang="es-ES" sz="2400" b="0" strike="noStrike" spc="-1">
              <a:latin typeface="Arial"/>
            </a:endParaRPr>
          </a:p>
        </p:txBody>
      </p:sp>
      <p:sp>
        <p:nvSpPr>
          <p:cNvPr id="32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2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1719531-97C0-4A52-AEE6-B0CEDBF5E723}" type="slidenum">
              <a:rPr lang="es-ES" sz="1200" b="0" i="1" strike="noStrike" spc="-1">
                <a:solidFill>
                  <a:srgbClr val="91E614"/>
                </a:solidFill>
                <a:latin typeface="Century Gothic"/>
                <a:ea typeface="DejaVu Sans"/>
              </a:rPr>
              <a:t>55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Basic  </a:t>
            </a:r>
            <a:endParaRPr lang="es-ES" sz="3400" b="0" strike="noStrike" spc="-1">
              <a:latin typeface="Arial"/>
            </a:endParaRPr>
          </a:p>
        </p:txBody>
      </p:sp>
      <p:sp>
        <p:nvSpPr>
          <p:cNvPr id="32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buClr>
                <a:srgbClr val="000000"/>
              </a:buClr>
              <a:buFont typeface="Century Gothic"/>
              <a:buAutoNum type="arabicPeriod" startAt="2"/>
            </a:pPr>
            <a:r>
              <a:rPr lang="es-ES" sz="2400" b="0" strike="noStrike" spc="-1">
                <a:solidFill>
                  <a:srgbClr val="000000"/>
                </a:solidFill>
                <a:latin typeface="Arial"/>
                <a:ea typeface="DejaVu Sans"/>
              </a:rPr>
              <a:t>Crear el fichero </a:t>
            </a:r>
            <a:r>
              <a:rPr lang="es-ES" sz="2400" b="1" strike="noStrike" spc="-1">
                <a:solidFill>
                  <a:srgbClr val="000000"/>
                </a:solidFill>
                <a:latin typeface="Arial"/>
                <a:ea typeface="DejaVu Sans"/>
              </a:rPr>
              <a:t>passwd</a:t>
            </a:r>
            <a:r>
              <a:rPr lang="es-ES" sz="2400" b="0" strike="noStrike" spc="-1">
                <a:solidFill>
                  <a:srgbClr val="000000"/>
                </a:solidFill>
                <a:latin typeface="Arial"/>
                <a:ea typeface="DejaVu Sans"/>
              </a:rPr>
              <a:t> con usuarios/contraseñas:</a:t>
            </a:r>
            <a:endParaRPr lang="es-ES" sz="2400" b="0" strike="noStrike" spc="-1">
              <a:latin typeface="Arial"/>
            </a:endParaRPr>
          </a:p>
          <a:p>
            <a:pPr marL="353880" algn="just">
              <a:lnSpc>
                <a:spcPct val="100000"/>
              </a:lnSpc>
              <a:spcBef>
                <a:spcPts val="479"/>
              </a:spcBef>
            </a:pPr>
            <a:r>
              <a:rPr lang="es-ES" sz="2400" b="0" strike="noStrike" spc="-1">
                <a:solidFill>
                  <a:srgbClr val="000000"/>
                </a:solidFill>
                <a:latin typeface="Arial"/>
                <a:ea typeface="DejaVu Sans"/>
              </a:rPr>
              <a:t>La primera vez que se invoca el comando se utiliza la opción -c para crear el fichero:</a:t>
            </a:r>
            <a:endParaRPr lang="es-ES" sz="2400" b="0" strike="noStrike" spc="-1">
              <a:latin typeface="Arial"/>
            </a:endParaRPr>
          </a:p>
          <a:p>
            <a:pPr marL="636480" indent="-342000">
              <a:lnSpc>
                <a:spcPct val="100000"/>
              </a:lnSpc>
              <a:spcBef>
                <a:spcPts val="479"/>
              </a:spcBef>
            </a:pPr>
            <a:r>
              <a:rPr lang="es-ES" sz="2400" b="1" strike="noStrike" spc="-1">
                <a:solidFill>
                  <a:srgbClr val="000000"/>
                </a:solidFill>
                <a:latin typeface="Arial"/>
                <a:ea typeface="DejaVu Sans"/>
              </a:rPr>
              <a:t>	htpasswd  -c  /etc/apache2/passwd  profesor1</a:t>
            </a:r>
            <a:endParaRPr lang="es-ES" sz="2400" b="0" strike="noStrike" spc="-1">
              <a:latin typeface="Arial"/>
            </a:endParaRPr>
          </a:p>
          <a:p>
            <a:pPr marL="636480" indent="-342000">
              <a:lnSpc>
                <a:spcPct val="100000"/>
              </a:lnSpc>
              <a:spcBef>
                <a:spcPts val="479"/>
              </a:spcBef>
            </a:pPr>
            <a:endParaRPr lang="es-ES" sz="2400" b="0" strike="noStrike" spc="-1">
              <a:latin typeface="Arial"/>
            </a:endParaRPr>
          </a:p>
          <a:p>
            <a:pPr marL="636480" indent="-342000">
              <a:lnSpc>
                <a:spcPct val="100000"/>
              </a:lnSpc>
              <a:spcBef>
                <a:spcPts val="479"/>
              </a:spcBef>
            </a:pPr>
            <a:r>
              <a:rPr lang="es-ES" sz="2400" b="0" strike="noStrike" spc="-1">
                <a:solidFill>
                  <a:srgbClr val="000000"/>
                </a:solidFill>
                <a:latin typeface="Arial"/>
                <a:ea typeface="DejaVu Sans"/>
              </a:rPr>
              <a:t>Para añadir un nuevo usuario al fichero:</a:t>
            </a:r>
            <a:endParaRPr lang="es-ES" sz="2400" b="0" strike="noStrike" spc="-1">
              <a:latin typeface="Arial"/>
            </a:endParaRPr>
          </a:p>
          <a:p>
            <a:pPr marL="636480" indent="-342000">
              <a:lnSpc>
                <a:spcPct val="100000"/>
              </a:lnSpc>
              <a:spcBef>
                <a:spcPts val="479"/>
              </a:spcBef>
            </a:pPr>
            <a:r>
              <a:rPr lang="es-ES" sz="2400" b="1" strike="noStrike" spc="-1">
                <a:solidFill>
                  <a:srgbClr val="000000"/>
                </a:solidFill>
                <a:latin typeface="Arial"/>
                <a:ea typeface="DejaVu Sans"/>
              </a:rPr>
              <a:t>	htpasswd   /etc/apache2/passwd  profesor2</a:t>
            </a:r>
            <a:endParaRPr lang="es-ES" sz="2400" b="0" strike="noStrike" spc="-1">
              <a:latin typeface="Arial"/>
            </a:endParaRPr>
          </a:p>
          <a:p>
            <a:pPr marL="636480" indent="-342000">
              <a:lnSpc>
                <a:spcPct val="100000"/>
              </a:lnSpc>
              <a:spcBef>
                <a:spcPts val="479"/>
              </a:spcBef>
            </a:pPr>
            <a:endParaRPr lang="es-ES" sz="2400" b="0" strike="noStrike" spc="-1">
              <a:latin typeface="Arial"/>
            </a:endParaRPr>
          </a:p>
          <a:p>
            <a:pPr marL="636480" indent="-342000">
              <a:lnSpc>
                <a:spcPct val="100000"/>
              </a:lnSpc>
              <a:spcBef>
                <a:spcPts val="479"/>
              </a:spcBef>
            </a:pPr>
            <a:r>
              <a:rPr lang="es-ES" sz="2400" b="0" strike="noStrike" spc="-1">
                <a:solidFill>
                  <a:srgbClr val="000000"/>
                </a:solidFill>
                <a:latin typeface="Arial"/>
                <a:ea typeface="DejaVu Sans"/>
              </a:rPr>
              <a:t>Para borrar un nuevo usuario al fichero:</a:t>
            </a:r>
            <a:endParaRPr lang="es-ES" sz="2400" b="0" strike="noStrike" spc="-1">
              <a:latin typeface="Arial"/>
            </a:endParaRPr>
          </a:p>
          <a:p>
            <a:pPr marL="636480" indent="-342000">
              <a:lnSpc>
                <a:spcPct val="100000"/>
              </a:lnSpc>
              <a:spcBef>
                <a:spcPts val="479"/>
              </a:spcBef>
            </a:pPr>
            <a:r>
              <a:rPr lang="es-ES" sz="2400" b="1" strike="noStrike" spc="-1">
                <a:solidFill>
                  <a:srgbClr val="000000"/>
                </a:solidFill>
                <a:latin typeface="Arial"/>
                <a:ea typeface="DejaVu Sans"/>
              </a:rPr>
              <a:t>	htpasswd  -D  /etc/apache2/passwd  profesor1</a:t>
            </a:r>
            <a:endParaRPr lang="es-ES" sz="2400" b="0" strike="noStrike" spc="-1">
              <a:latin typeface="Arial"/>
            </a:endParaRPr>
          </a:p>
        </p:txBody>
      </p:sp>
      <p:sp>
        <p:nvSpPr>
          <p:cNvPr id="33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3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895A488-12EC-4A9B-8317-460477D470C3}" type="slidenum">
              <a:rPr lang="es-ES" sz="1200" b="0" i="1" strike="noStrike" spc="-1">
                <a:solidFill>
                  <a:srgbClr val="91E614"/>
                </a:solidFill>
                <a:latin typeface="Century Gothic"/>
                <a:ea typeface="DejaVu Sans"/>
              </a:rPr>
              <a:t>56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Basic  </a:t>
            </a:r>
            <a:endParaRPr lang="es-ES" sz="3400" b="0" strike="noStrike" spc="-1">
              <a:latin typeface="Arial"/>
            </a:endParaRPr>
          </a:p>
        </p:txBody>
      </p:sp>
      <p:sp>
        <p:nvSpPr>
          <p:cNvPr id="33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buClr>
                <a:srgbClr val="000000"/>
              </a:buClr>
              <a:buFont typeface="Century Gothic"/>
              <a:buAutoNum type="arabicPeriod" startAt="3"/>
            </a:pPr>
            <a:r>
              <a:rPr lang="es-ES" sz="2400" b="0" strike="noStrike" spc="-1">
                <a:solidFill>
                  <a:srgbClr val="000000"/>
                </a:solidFill>
                <a:latin typeface="Arial"/>
                <a:ea typeface="DejaVu Sans"/>
              </a:rPr>
              <a:t>Configurar el servidor. Por ejemplo, si se trata del servidor virtual por defecto, sería en </a:t>
            </a:r>
            <a:endParaRPr lang="es-ES" sz="2400" b="0" strike="noStrike" spc="-1">
              <a:latin typeface="Arial"/>
            </a:endParaRPr>
          </a:p>
          <a:p>
            <a:pPr marL="457200" indent="-456120">
              <a:lnSpc>
                <a:spcPct val="100000"/>
              </a:lnSpc>
              <a:spcBef>
                <a:spcPts val="479"/>
              </a:spcBef>
            </a:pPr>
            <a:r>
              <a:rPr lang="es-ES" sz="2400" b="1" i="1" strike="noStrike" spc="-1">
                <a:solidFill>
                  <a:srgbClr val="000000"/>
                </a:solidFill>
                <a:latin typeface="Arial"/>
                <a:ea typeface="DejaVu Sans"/>
              </a:rPr>
              <a:t>	/etc/apache2/sites-available/000-default.conf</a:t>
            </a:r>
            <a:endParaRPr lang="es-ES" sz="2400" b="0" strike="noStrike" spc="-1">
              <a:latin typeface="Arial"/>
            </a:endParaRPr>
          </a:p>
          <a:p>
            <a:pPr marL="457200" indent="-456120">
              <a:lnSpc>
                <a:spcPct val="100000"/>
              </a:lnSpc>
              <a:spcBef>
                <a:spcPts val="479"/>
              </a:spcBef>
            </a:pPr>
            <a:endParaRPr lang="es-ES" sz="2400" b="0" strike="noStrike" spc="-1">
              <a:latin typeface="Arial"/>
            </a:endParaRPr>
          </a:p>
        </p:txBody>
      </p:sp>
      <p:sp>
        <p:nvSpPr>
          <p:cNvPr id="33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3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96B34EBE-9927-4F42-A43D-6DBA15AA31E2}" type="slidenum">
              <a:rPr lang="es-ES" sz="1200" b="0" i="1" strike="noStrike" spc="-1">
                <a:solidFill>
                  <a:srgbClr val="91E614"/>
                </a:solidFill>
                <a:latin typeface="Century Gothic"/>
                <a:ea typeface="DejaVu Sans"/>
              </a:rPr>
              <a:t>57</a:t>
            </a:fld>
            <a:endParaRPr lang="es-ES" sz="1200" b="0" strike="noStrike" spc="-1">
              <a:latin typeface="Arial"/>
            </a:endParaRPr>
          </a:p>
        </p:txBody>
      </p:sp>
      <p:pic>
        <p:nvPicPr>
          <p:cNvPr id="336" name="Picture 2"/>
          <p:cNvPicPr/>
          <p:nvPr/>
        </p:nvPicPr>
        <p:blipFill>
          <a:blip r:embed="rId3"/>
          <a:stretch/>
        </p:blipFill>
        <p:spPr>
          <a:xfrm>
            <a:off x="11520" y="2277000"/>
            <a:ext cx="9091080" cy="34596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Digest</a:t>
            </a:r>
            <a:endParaRPr lang="es-ES" sz="3400" b="0" strike="noStrike" spc="-1">
              <a:latin typeface="Arial"/>
            </a:endParaRPr>
          </a:p>
        </p:txBody>
      </p:sp>
      <p:sp>
        <p:nvSpPr>
          <p:cNvPr id="33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176040" indent="-174960" algn="just">
              <a:lnSpc>
                <a:spcPct val="100000"/>
              </a:lnSpc>
              <a:spcBef>
                <a:spcPts val="641"/>
              </a:spcBef>
              <a:buClr>
                <a:srgbClr val="000000"/>
              </a:buClr>
              <a:buFont typeface="Arial"/>
              <a:buChar char="•"/>
            </a:pPr>
            <a:r>
              <a:rPr lang="es-ES" sz="3200" b="1" strike="noStrike" spc="-1">
                <a:solidFill>
                  <a:srgbClr val="000000"/>
                </a:solidFill>
                <a:latin typeface="Arial"/>
                <a:ea typeface="DejaVu Sans"/>
              </a:rPr>
              <a:t>mod_auth_digest </a:t>
            </a:r>
            <a:endParaRPr lang="es-ES" sz="3200" b="0" strike="noStrike" spc="-1">
              <a:latin typeface="Arial"/>
            </a:endParaRPr>
          </a:p>
          <a:p>
            <a:pPr marL="857160" lvl="1" indent="-45612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La contraseña se envía cifrada (¡¡ cifrado débil, no es seguro !!) por el cliente. </a:t>
            </a:r>
            <a:endParaRPr lang="es-ES" sz="2800" b="0" strike="noStrike" spc="-1">
              <a:latin typeface="Arial"/>
            </a:endParaRPr>
          </a:p>
          <a:p>
            <a:pPr marL="857160" lvl="1" indent="-45612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La información se almacena en un fichero de texto (orden </a:t>
            </a:r>
            <a:r>
              <a:rPr lang="es-ES" sz="2800" b="1" strike="noStrike" spc="-1">
                <a:solidFill>
                  <a:srgbClr val="000000"/>
                </a:solidFill>
                <a:latin typeface="Arial"/>
                <a:ea typeface="DejaVu Sans"/>
              </a:rPr>
              <a:t>htdigest</a:t>
            </a:r>
            <a:r>
              <a:rPr lang="es-ES" sz="2800" b="0" strike="noStrike" spc="-1">
                <a:solidFill>
                  <a:srgbClr val="000000"/>
                </a:solidFill>
                <a:latin typeface="Arial"/>
                <a:ea typeface="DejaVu Sans"/>
              </a:rPr>
              <a:t>)</a:t>
            </a:r>
            <a:endParaRPr lang="es-ES" sz="2800" b="0" strike="noStrike" spc="-1">
              <a:latin typeface="Arial"/>
            </a:endParaRPr>
          </a:p>
          <a:p>
            <a:pPr algn="just">
              <a:lnSpc>
                <a:spcPct val="100000"/>
              </a:lnSpc>
              <a:spcBef>
                <a:spcPts val="479"/>
              </a:spcBef>
            </a:pPr>
            <a:endParaRPr lang="es-ES" sz="2800" b="0" strike="noStrike" spc="-1">
              <a:latin typeface="Arial"/>
            </a:endParaRPr>
          </a:p>
        </p:txBody>
      </p:sp>
      <p:sp>
        <p:nvSpPr>
          <p:cNvPr id="33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4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0835333-603E-4129-AFFA-8261D39F466D}" type="slidenum">
              <a:rPr lang="es-ES" sz="1200" b="0" i="1" strike="noStrike" spc="-1">
                <a:solidFill>
                  <a:srgbClr val="91E614"/>
                </a:solidFill>
                <a:latin typeface="Century Gothic"/>
                <a:ea typeface="DejaVu Sans"/>
              </a:rPr>
              <a:t>58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Digest</a:t>
            </a:r>
            <a:endParaRPr lang="es-ES" sz="3400" b="0" strike="noStrike" spc="-1">
              <a:latin typeface="Arial"/>
            </a:endParaRPr>
          </a:p>
        </p:txBody>
      </p:sp>
      <p:sp>
        <p:nvSpPr>
          <p:cNvPr id="34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000000"/>
                </a:solidFill>
                <a:latin typeface="Arial"/>
                <a:ea typeface="DejaVu Sans"/>
              </a:rPr>
              <a:t>Para establecer el acceso a un directorio mediante contraseña es necesario:</a:t>
            </a:r>
            <a:endParaRPr lang="es-ES" sz="2800" b="0" strike="noStrike" spc="-1">
              <a:latin typeface="Arial"/>
            </a:endParaRPr>
          </a:p>
          <a:p>
            <a:pPr marL="914400" lvl="1" indent="-456120" algn="just">
              <a:lnSpc>
                <a:spcPct val="100000"/>
              </a:lnSpc>
              <a:spcBef>
                <a:spcPts val="479"/>
              </a:spcBef>
              <a:buClr>
                <a:srgbClr val="000000"/>
              </a:buClr>
              <a:buFont typeface="Century Gothic"/>
              <a:buAutoNum type="arabicPeriod"/>
            </a:pPr>
            <a:r>
              <a:rPr lang="es-ES" sz="2400" b="0" strike="noStrike" spc="-1">
                <a:solidFill>
                  <a:srgbClr val="000000"/>
                </a:solidFill>
                <a:latin typeface="Arial"/>
                <a:ea typeface="DejaVu Sans"/>
              </a:rPr>
              <a:t>Verificar que el módulo </a:t>
            </a:r>
            <a:r>
              <a:rPr lang="es-ES" sz="2400" b="1" i="1" strike="noStrike" spc="-1">
                <a:solidFill>
                  <a:srgbClr val="000000"/>
                </a:solidFill>
                <a:latin typeface="Arial"/>
                <a:ea typeface="DejaVu Sans"/>
              </a:rPr>
              <a:t>auth_digest</a:t>
            </a:r>
            <a:r>
              <a:rPr lang="es-ES" sz="2400" b="0" strike="noStrike" spc="-1">
                <a:solidFill>
                  <a:srgbClr val="000000"/>
                </a:solidFill>
                <a:latin typeface="Arial"/>
                <a:ea typeface="DejaVu Sans"/>
              </a:rPr>
              <a:t> (autentificación </a:t>
            </a:r>
            <a:r>
              <a:rPr lang="es-ES" sz="2400" b="0" i="1" strike="noStrike" spc="-1">
                <a:solidFill>
                  <a:srgbClr val="000000"/>
                </a:solidFill>
                <a:latin typeface="Arial"/>
                <a:ea typeface="DejaVu Sans"/>
              </a:rPr>
              <a:t>digest</a:t>
            </a:r>
            <a:r>
              <a:rPr lang="es-ES" sz="2400" b="0" strike="noStrike" spc="-1">
                <a:solidFill>
                  <a:srgbClr val="000000"/>
                </a:solidFill>
                <a:latin typeface="Arial"/>
                <a:ea typeface="DejaVu Sans"/>
              </a:rPr>
              <a:t>) está activado:</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ls –l /etc/apache2/mods-enabled</a:t>
            </a:r>
            <a:endParaRPr lang="es-ES" sz="2400" b="0" strike="noStrike" spc="-1">
              <a:latin typeface="Arial"/>
            </a:endParaRPr>
          </a:p>
          <a:p>
            <a:pPr marL="722160">
              <a:lnSpc>
                <a:spcPct val="100000"/>
              </a:lnSpc>
              <a:spcBef>
                <a:spcPts val="479"/>
              </a:spcBef>
            </a:pPr>
            <a:endParaRPr lang="es-ES" sz="2400" b="0" strike="noStrike" spc="-1">
              <a:latin typeface="Arial"/>
            </a:endParaRPr>
          </a:p>
          <a:p>
            <a:pPr marL="722160">
              <a:lnSpc>
                <a:spcPct val="100000"/>
              </a:lnSpc>
              <a:spcBef>
                <a:spcPts val="479"/>
              </a:spcBef>
            </a:pPr>
            <a:r>
              <a:rPr lang="es-ES" sz="2400" b="0" strike="noStrike" spc="-1">
                <a:solidFill>
                  <a:srgbClr val="000000"/>
                </a:solidFill>
                <a:latin typeface="Arial"/>
                <a:ea typeface="DejaVu Sans"/>
              </a:rPr>
              <a:t>Si no es así, activar el módulo: </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sudo a2enmod auth_digest</a:t>
            </a:r>
            <a:endParaRPr lang="es-ES" sz="2400" b="0" strike="noStrike" spc="-1">
              <a:latin typeface="Arial"/>
            </a:endParaRPr>
          </a:p>
        </p:txBody>
      </p:sp>
      <p:sp>
        <p:nvSpPr>
          <p:cNvPr id="34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4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9809D4F-0351-4B29-99AF-D9F1063E1DA1}" type="slidenum">
              <a:rPr lang="es-ES" sz="1200" b="0" i="1" strike="noStrike" spc="-1">
                <a:solidFill>
                  <a:srgbClr val="91E614"/>
                </a:solidFill>
                <a:latin typeface="Century Gothic"/>
                <a:ea typeface="DejaVu Sans"/>
              </a:rPr>
              <a:t>59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Digest</a:t>
            </a:r>
            <a:endParaRPr lang="es-ES" sz="3400" b="0" strike="noStrike" spc="-1">
              <a:latin typeface="Arial"/>
            </a:endParaRPr>
          </a:p>
        </p:txBody>
      </p:sp>
      <p:sp>
        <p:nvSpPr>
          <p:cNvPr id="34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gn="just">
              <a:lnSpc>
                <a:spcPct val="100000"/>
              </a:lnSpc>
              <a:spcBef>
                <a:spcPts val="479"/>
              </a:spcBef>
              <a:buClr>
                <a:srgbClr val="000000"/>
              </a:buClr>
              <a:buFont typeface="Century Gothic"/>
              <a:buAutoNum type="arabicPeriod" startAt="2"/>
            </a:pPr>
            <a:r>
              <a:rPr lang="es-ES" sz="2400" b="0" strike="noStrike" spc="-1">
                <a:solidFill>
                  <a:srgbClr val="000000"/>
                </a:solidFill>
                <a:latin typeface="Arial"/>
                <a:ea typeface="DejaVu Sans"/>
              </a:rPr>
              <a:t>Crear el fichero </a:t>
            </a:r>
            <a:r>
              <a:rPr lang="es-ES" sz="2400" b="1" strike="noStrike" spc="-1">
                <a:solidFill>
                  <a:srgbClr val="000000"/>
                </a:solidFill>
                <a:latin typeface="Arial"/>
                <a:ea typeface="DejaVu Sans"/>
              </a:rPr>
              <a:t>digest</a:t>
            </a:r>
            <a:r>
              <a:rPr lang="es-ES" sz="2400" b="0" strike="noStrike" spc="-1">
                <a:solidFill>
                  <a:srgbClr val="000000"/>
                </a:solidFill>
                <a:latin typeface="Arial"/>
                <a:ea typeface="DejaVu Sans"/>
              </a:rPr>
              <a:t> con usuarios/contraseñas asociados a un dominio:</a:t>
            </a:r>
            <a:endParaRPr lang="es-ES" sz="2400" b="0" strike="noStrike" spc="-1">
              <a:latin typeface="Arial"/>
            </a:endParaRPr>
          </a:p>
          <a:p>
            <a:pPr marL="353880" algn="just">
              <a:lnSpc>
                <a:spcPct val="100000"/>
              </a:lnSpc>
              <a:spcBef>
                <a:spcPts val="479"/>
              </a:spcBef>
            </a:pPr>
            <a:r>
              <a:rPr lang="es-ES" sz="2400" b="0" strike="noStrike" spc="-1">
                <a:solidFill>
                  <a:srgbClr val="000000"/>
                </a:solidFill>
                <a:latin typeface="Arial"/>
                <a:ea typeface="DejaVu Sans"/>
              </a:rPr>
              <a:t>La primera vez que se invoca el comando se utiliza la opción -c para crear el fichero:</a:t>
            </a:r>
            <a:endParaRPr lang="es-ES" sz="2400" b="0" strike="noStrike" spc="-1">
              <a:latin typeface="Arial"/>
            </a:endParaRPr>
          </a:p>
          <a:p>
            <a:pPr marL="353880" algn="just">
              <a:lnSpc>
                <a:spcPct val="100000"/>
              </a:lnSpc>
              <a:spcBef>
                <a:spcPts val="459"/>
              </a:spcBef>
            </a:pPr>
            <a:r>
              <a:rPr lang="es-ES" sz="2300" b="1" strike="noStrike" spc="-1">
                <a:solidFill>
                  <a:srgbClr val="000000"/>
                </a:solidFill>
                <a:latin typeface="Arial"/>
                <a:ea typeface="DejaVu Sans"/>
              </a:rPr>
              <a:t>htdigest -c  /etc/apache2/usuarios/digest   informatica admin1</a:t>
            </a:r>
            <a:endParaRPr lang="es-ES" sz="2300" b="0" strike="noStrike" spc="-1">
              <a:latin typeface="Arial"/>
            </a:endParaRPr>
          </a:p>
          <a:p>
            <a:pPr marL="636480" indent="-342000">
              <a:lnSpc>
                <a:spcPct val="100000"/>
              </a:lnSpc>
              <a:spcBef>
                <a:spcPts val="479"/>
              </a:spcBef>
            </a:pPr>
            <a:endParaRPr lang="es-ES" sz="2300" b="0" strike="noStrike" spc="-1">
              <a:latin typeface="Arial"/>
            </a:endParaRPr>
          </a:p>
          <a:p>
            <a:pPr marL="636480" indent="-342000">
              <a:lnSpc>
                <a:spcPct val="100000"/>
              </a:lnSpc>
              <a:spcBef>
                <a:spcPts val="479"/>
              </a:spcBef>
            </a:pPr>
            <a:r>
              <a:rPr lang="es-ES" sz="2400" b="0" strike="noStrike" spc="-1">
                <a:solidFill>
                  <a:srgbClr val="000000"/>
                </a:solidFill>
                <a:latin typeface="Arial"/>
                <a:ea typeface="DejaVu Sans"/>
              </a:rPr>
              <a:t>Para añadir un nuevo usuario al fichero:</a:t>
            </a:r>
            <a:endParaRPr lang="es-ES" sz="2400" b="0" strike="noStrike" spc="-1">
              <a:latin typeface="Arial"/>
            </a:endParaRPr>
          </a:p>
          <a:p>
            <a:pPr marL="636480" indent="-342000">
              <a:lnSpc>
                <a:spcPct val="100000"/>
              </a:lnSpc>
              <a:spcBef>
                <a:spcPts val="479"/>
              </a:spcBef>
            </a:pPr>
            <a:r>
              <a:rPr lang="es-ES" sz="2400" b="1" strike="noStrike" spc="-1">
                <a:solidFill>
                  <a:srgbClr val="000000"/>
                </a:solidFill>
                <a:latin typeface="Arial"/>
                <a:ea typeface="DejaVu Sans"/>
              </a:rPr>
              <a:t>htdigest   /etc/apache2/usuarios/digest  informatica admin2</a:t>
            </a:r>
            <a:endParaRPr lang="es-ES" sz="2400" b="0" strike="noStrike" spc="-1">
              <a:latin typeface="Arial"/>
            </a:endParaRPr>
          </a:p>
          <a:p>
            <a:pPr marL="636480" indent="-342000">
              <a:lnSpc>
                <a:spcPct val="100000"/>
              </a:lnSpc>
              <a:spcBef>
                <a:spcPts val="479"/>
              </a:spcBef>
            </a:pPr>
            <a:r>
              <a:rPr lang="es-ES" sz="2400" b="0" strike="noStrike" spc="-1">
                <a:solidFill>
                  <a:srgbClr val="000000"/>
                </a:solidFill>
                <a:latin typeface="Arial"/>
                <a:ea typeface="DejaVu Sans"/>
              </a:rPr>
              <a:t>Para borrar un nuevo usuario al fichero:</a:t>
            </a:r>
            <a:endParaRPr lang="es-ES" sz="2400" b="0" strike="noStrike" spc="-1">
              <a:latin typeface="Arial"/>
            </a:endParaRPr>
          </a:p>
          <a:p>
            <a:pPr marL="636480" indent="-342000">
              <a:lnSpc>
                <a:spcPct val="100000"/>
              </a:lnSpc>
              <a:spcBef>
                <a:spcPts val="479"/>
              </a:spcBef>
            </a:pPr>
            <a:r>
              <a:rPr lang="es-ES" sz="2400" b="1" strike="noStrike" spc="-1">
                <a:solidFill>
                  <a:srgbClr val="000000"/>
                </a:solidFill>
                <a:latin typeface="Arial"/>
                <a:ea typeface="DejaVu Sans"/>
              </a:rPr>
              <a:t>htdigest -D  /etc/apache2/usuarios/digest  informatica admin1</a:t>
            </a:r>
            <a:endParaRPr lang="es-ES" sz="2400" b="0" strike="noStrike" spc="-1">
              <a:latin typeface="Arial"/>
            </a:endParaRPr>
          </a:p>
        </p:txBody>
      </p:sp>
      <p:sp>
        <p:nvSpPr>
          <p:cNvPr id="34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4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A6382ED-8681-4028-B37C-D1D0144595B1}" type="slidenum">
              <a:rPr lang="es-ES" sz="1200" b="0" i="1" strike="noStrike" spc="-1">
                <a:solidFill>
                  <a:srgbClr val="91E614"/>
                </a:solidFill>
                <a:latin typeface="Century Gothic"/>
                <a:ea typeface="DejaVu Sans"/>
              </a:rPr>
              <a:t>60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AUTENTICACÓN. Autenticación Digest </a:t>
            </a:r>
            <a:endParaRPr lang="es-ES" sz="3400" b="0" strike="noStrike" spc="-1">
              <a:latin typeface="Arial"/>
            </a:endParaRPr>
          </a:p>
        </p:txBody>
      </p:sp>
      <p:sp>
        <p:nvSpPr>
          <p:cNvPr id="35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buClr>
                <a:srgbClr val="000000"/>
              </a:buClr>
              <a:buFont typeface="Century Gothic"/>
              <a:buAutoNum type="arabicPeriod" startAt="3"/>
            </a:pPr>
            <a:r>
              <a:rPr lang="es-ES" sz="2400" b="0" strike="noStrike" spc="-1">
                <a:solidFill>
                  <a:srgbClr val="000000"/>
                </a:solidFill>
                <a:latin typeface="Arial"/>
                <a:ea typeface="DejaVu Sans"/>
              </a:rPr>
              <a:t>Configurar el servidor. Por ejemplo, si se trata del servidor virtual por defecto, sería en </a:t>
            </a:r>
            <a:endParaRPr lang="es-ES" sz="2400" b="0" strike="noStrike" spc="-1">
              <a:latin typeface="Arial"/>
            </a:endParaRPr>
          </a:p>
          <a:p>
            <a:pPr marL="457200" indent="-456120">
              <a:lnSpc>
                <a:spcPct val="100000"/>
              </a:lnSpc>
              <a:spcBef>
                <a:spcPts val="479"/>
              </a:spcBef>
            </a:pPr>
            <a:r>
              <a:rPr lang="es-ES" sz="2400" b="1" i="1" strike="noStrike" spc="-1">
                <a:solidFill>
                  <a:srgbClr val="000000"/>
                </a:solidFill>
                <a:latin typeface="Arial"/>
                <a:ea typeface="DejaVu Sans"/>
              </a:rPr>
              <a:t>	/etc/apache2/sites-available/000-default.conf</a:t>
            </a:r>
            <a:endParaRPr lang="es-ES" sz="2400" b="0" strike="noStrike" spc="-1">
              <a:latin typeface="Arial"/>
            </a:endParaRPr>
          </a:p>
          <a:p>
            <a:pPr marL="457200" indent="-456120">
              <a:lnSpc>
                <a:spcPct val="100000"/>
              </a:lnSpc>
              <a:spcBef>
                <a:spcPts val="479"/>
              </a:spcBef>
            </a:pPr>
            <a:endParaRPr lang="es-ES" sz="2400" b="0" strike="noStrike" spc="-1">
              <a:latin typeface="Arial"/>
            </a:endParaRPr>
          </a:p>
        </p:txBody>
      </p:sp>
      <p:sp>
        <p:nvSpPr>
          <p:cNvPr id="35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5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28E6509-2CD5-4CCA-A239-CB5776C90F58}" type="slidenum">
              <a:rPr lang="es-ES" sz="1200" b="0" i="1" strike="noStrike" spc="-1">
                <a:solidFill>
                  <a:srgbClr val="91E614"/>
                </a:solidFill>
                <a:latin typeface="Century Gothic"/>
                <a:ea typeface="DejaVu Sans"/>
              </a:rPr>
              <a:t>61</a:t>
            </a:fld>
            <a:endParaRPr lang="es-ES" sz="1200" b="0" strike="noStrike" spc="-1">
              <a:latin typeface="Arial"/>
            </a:endParaRPr>
          </a:p>
        </p:txBody>
      </p:sp>
      <p:pic>
        <p:nvPicPr>
          <p:cNvPr id="353" name="Imagen 2"/>
          <p:cNvPicPr/>
          <p:nvPr/>
        </p:nvPicPr>
        <p:blipFill>
          <a:blip r:embed="rId3"/>
          <a:stretch/>
        </p:blipFill>
        <p:spPr>
          <a:xfrm>
            <a:off x="289080" y="2493000"/>
            <a:ext cx="8652600" cy="32335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FICHEROS  .htaccess </a:t>
            </a:r>
            <a:endParaRPr lang="es-ES" sz="3400" b="0" strike="noStrike" spc="-1">
              <a:latin typeface="Arial"/>
            </a:endParaRPr>
          </a:p>
        </p:txBody>
      </p:sp>
      <p:sp>
        <p:nvSpPr>
          <p:cNvPr id="35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000000"/>
                </a:solidFill>
                <a:latin typeface="Arial"/>
                <a:ea typeface="DejaVu Sans"/>
              </a:rPr>
              <a:t>Son ficheros que permiten la configuración personalizada de directorios.</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Fichero de configuración del servidor virtual.</a:t>
            </a: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a:lnSpc>
                <a:spcPct val="100000"/>
              </a:lnSpc>
              <a:spcBef>
                <a:spcPts val="561"/>
              </a:spcBef>
            </a:pP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Fichero </a:t>
            </a:r>
            <a:r>
              <a:rPr lang="es-ES" sz="2800" b="1" strike="noStrike" spc="-1">
                <a:solidFill>
                  <a:srgbClr val="000000"/>
                </a:solidFill>
                <a:latin typeface="Arial"/>
                <a:ea typeface="DejaVu Sans"/>
              </a:rPr>
              <a:t>.htaccess </a:t>
            </a:r>
            <a:r>
              <a:rPr lang="es-ES" sz="2800" b="0" strike="noStrike" spc="-1">
                <a:solidFill>
                  <a:srgbClr val="000000"/>
                </a:solidFill>
                <a:latin typeface="Arial"/>
                <a:ea typeface="DejaVu Sans"/>
              </a:rPr>
              <a:t>dentro de un directorio.</a:t>
            </a:r>
            <a:endParaRPr lang="es-ES" sz="2800" b="0" strike="noStrike" spc="-1">
              <a:latin typeface="Arial"/>
            </a:endParaRPr>
          </a:p>
          <a:p>
            <a:pPr>
              <a:lnSpc>
                <a:spcPct val="100000"/>
              </a:lnSpc>
              <a:spcBef>
                <a:spcPts val="561"/>
              </a:spcBef>
            </a:pPr>
            <a:endParaRPr lang="es-ES" sz="2800" b="0" strike="noStrike" spc="-1">
              <a:latin typeface="Arial"/>
            </a:endParaRPr>
          </a:p>
          <a:p>
            <a:pPr marL="343080" indent="-342000">
              <a:lnSpc>
                <a:spcPct val="100000"/>
              </a:lnSpc>
              <a:spcBef>
                <a:spcPts val="479"/>
              </a:spcBef>
            </a:pPr>
            <a:endParaRPr lang="es-ES" sz="2800" b="0" strike="noStrike" spc="-1">
              <a:latin typeface="Arial"/>
            </a:endParaRPr>
          </a:p>
          <a:p>
            <a:pPr algn="just">
              <a:lnSpc>
                <a:spcPct val="100000"/>
              </a:lnSpc>
              <a:spcBef>
                <a:spcPts val="47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35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5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E48116F-1910-48D2-B7F2-822AE9A44018}" type="slidenum">
              <a:rPr lang="es-ES" sz="1200" b="0" i="1" strike="noStrike" spc="-1">
                <a:solidFill>
                  <a:srgbClr val="91E614"/>
                </a:solidFill>
                <a:latin typeface="Century Gothic"/>
                <a:ea typeface="DejaVu Sans"/>
              </a:rPr>
              <a:t>62</a:t>
            </a:fld>
            <a:endParaRPr lang="es-ES" sz="1200" b="0" strike="noStrike" spc="-1">
              <a:latin typeface="Arial"/>
            </a:endParaRPr>
          </a:p>
        </p:txBody>
      </p:sp>
      <p:pic>
        <p:nvPicPr>
          <p:cNvPr id="358" name="Picture 7"/>
          <p:cNvPicPr/>
          <p:nvPr/>
        </p:nvPicPr>
        <p:blipFill>
          <a:blip r:embed="rId3"/>
          <a:stretch/>
        </p:blipFill>
        <p:spPr>
          <a:xfrm>
            <a:off x="785880" y="2500200"/>
            <a:ext cx="6607800" cy="1668960"/>
          </a:xfrm>
          <a:prstGeom prst="rect">
            <a:avLst/>
          </a:prstGeom>
          <a:ln>
            <a:noFill/>
          </a:ln>
        </p:spPr>
      </p:pic>
      <p:pic>
        <p:nvPicPr>
          <p:cNvPr id="359" name="Imagen 1"/>
          <p:cNvPicPr/>
          <p:nvPr/>
        </p:nvPicPr>
        <p:blipFill>
          <a:blip r:embed="rId4"/>
          <a:stretch/>
        </p:blipFill>
        <p:spPr>
          <a:xfrm>
            <a:off x="971640" y="4581000"/>
            <a:ext cx="8159760" cy="17982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FICHEROS  .htaccess </a:t>
            </a:r>
            <a:endParaRPr lang="es-ES" sz="3400" b="0" strike="noStrike" spc="-1">
              <a:latin typeface="Arial"/>
            </a:endParaRPr>
          </a:p>
        </p:txBody>
      </p:sp>
      <p:sp>
        <p:nvSpPr>
          <p:cNvPr id="36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000000"/>
                </a:solidFill>
                <a:latin typeface="Arial"/>
                <a:ea typeface="DejaVu Sans"/>
              </a:rPr>
              <a:t>Cada vez que se produce una petición:</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El servidor busca en la ruta del recurso que ha solicitado el cliente un fichero con el nombre .htaccess.</a:t>
            </a:r>
            <a:endParaRPr lang="es-ES" sz="2800" b="0" strike="noStrike" spc="-1">
              <a:latin typeface="Arial"/>
            </a:endParaRPr>
          </a:p>
          <a:p>
            <a:pPr marL="343080" indent="-342000">
              <a:lnSpc>
                <a:spcPct val="100000"/>
              </a:lnSpc>
              <a:spcBef>
                <a:spcPts val="561"/>
              </a:spcBef>
              <a:buClr>
                <a:srgbClr val="000000"/>
              </a:buClr>
              <a:buFont typeface="Symbol"/>
              <a:buChar char=""/>
            </a:pPr>
            <a:r>
              <a:rPr lang="es-ES" sz="2800" b="0" strike="noStrike" spc="-1">
                <a:solidFill>
                  <a:srgbClr val="000000"/>
                </a:solidFill>
                <a:latin typeface="Arial"/>
                <a:ea typeface="DejaVu Sans"/>
              </a:rPr>
              <a:t>Aplica sobre el directorio las directivas definidas.</a:t>
            </a:r>
            <a:endParaRPr lang="es-ES" sz="2800" b="0" strike="noStrike" spc="-1">
              <a:latin typeface="Arial"/>
            </a:endParaRPr>
          </a:p>
          <a:p>
            <a:pPr>
              <a:lnSpc>
                <a:spcPct val="100000"/>
              </a:lnSpc>
              <a:spcBef>
                <a:spcPts val="561"/>
              </a:spcBef>
            </a:pP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Este nombre (.htaccess) no es obligatorio y puede modificarse cambiando el valor en la directiva </a:t>
            </a:r>
            <a:r>
              <a:rPr lang="es-ES" sz="2800" b="1" strike="noStrike" spc="-1">
                <a:solidFill>
                  <a:srgbClr val="000000"/>
                </a:solidFill>
                <a:latin typeface="Arial"/>
                <a:ea typeface="DejaVu Sans"/>
              </a:rPr>
              <a:t>AccessFileName</a:t>
            </a:r>
            <a:r>
              <a:rPr lang="es-ES" sz="2800" b="0" strike="noStrike" spc="-1">
                <a:solidFill>
                  <a:srgbClr val="000000"/>
                </a:solidFill>
                <a:latin typeface="Arial"/>
                <a:ea typeface="DejaVu Sans"/>
              </a:rPr>
              <a:t>)</a:t>
            </a:r>
            <a:endParaRPr lang="es-ES" sz="2800" b="0" strike="noStrike" spc="-1">
              <a:latin typeface="Arial"/>
            </a:endParaRPr>
          </a:p>
          <a:p>
            <a:pPr algn="just">
              <a:lnSpc>
                <a:spcPct val="100000"/>
              </a:lnSpc>
              <a:spcBef>
                <a:spcPts val="47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36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6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4967909-BDF0-454C-9F2E-4F2CC78F1004}" type="slidenum">
              <a:rPr lang="es-ES" sz="1200" b="0" i="1" strike="noStrike" spc="-1">
                <a:solidFill>
                  <a:srgbClr val="91E614"/>
                </a:solidFill>
                <a:latin typeface="Century Gothic"/>
                <a:ea typeface="DejaVu Sans"/>
              </a:rPr>
              <a:t>63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FICHEROS  .htaccess </a:t>
            </a:r>
            <a:endParaRPr lang="es-ES" sz="3400" b="0" strike="noStrike" spc="-1">
              <a:latin typeface="Arial"/>
            </a:endParaRPr>
          </a:p>
        </p:txBody>
      </p:sp>
      <p:sp>
        <p:nvSpPr>
          <p:cNvPr id="36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000000"/>
                </a:solidFill>
                <a:latin typeface="Arial"/>
                <a:ea typeface="DejaVu Sans"/>
              </a:rPr>
              <a:t>Por defecto está configurada una directiva  de sección </a:t>
            </a:r>
            <a:r>
              <a:rPr lang="es-ES" sz="2800" b="0" i="1" strike="noStrike" spc="-1">
                <a:solidFill>
                  <a:srgbClr val="000000"/>
                </a:solidFill>
                <a:latin typeface="Arial"/>
                <a:ea typeface="DejaVu Sans"/>
              </a:rPr>
              <a:t>File</a:t>
            </a:r>
            <a:r>
              <a:rPr lang="es-ES" sz="2800" b="0" strike="noStrike" spc="-1">
                <a:solidFill>
                  <a:srgbClr val="000000"/>
                </a:solidFill>
                <a:latin typeface="Arial"/>
                <a:ea typeface="DejaVu Sans"/>
              </a:rPr>
              <a:t> a nivel del servidor principal en el fichero </a:t>
            </a:r>
            <a:r>
              <a:rPr lang="es-ES" sz="2800" b="0" i="1" strike="noStrike" spc="-1">
                <a:solidFill>
                  <a:srgbClr val="000000"/>
                </a:solidFill>
                <a:latin typeface="Arial"/>
                <a:ea typeface="DejaVu Sans"/>
              </a:rPr>
              <a:t>apache2.conf</a:t>
            </a:r>
            <a:r>
              <a:rPr lang="es-ES" sz="2800" b="0" strike="noStrike" spc="-1">
                <a:solidFill>
                  <a:srgbClr val="000000"/>
                </a:solidFill>
                <a:latin typeface="Arial"/>
                <a:ea typeface="DejaVu Sans"/>
              </a:rPr>
              <a:t> (y que por tanto afecta a todos los servidores virtuales) para que los ficheros que empiecen por </a:t>
            </a:r>
            <a:r>
              <a:rPr lang="es-ES" sz="2800" b="0" i="1" strike="noStrike" spc="-1">
                <a:solidFill>
                  <a:srgbClr val="000000"/>
                </a:solidFill>
                <a:latin typeface="Arial"/>
                <a:ea typeface="DejaVu Sans"/>
              </a:rPr>
              <a:t>.ht</a:t>
            </a:r>
            <a:r>
              <a:rPr lang="es-ES" sz="2800" b="0" strike="noStrike" spc="-1">
                <a:solidFill>
                  <a:srgbClr val="000000"/>
                </a:solidFill>
                <a:latin typeface="Arial"/>
                <a:ea typeface="DejaVu Sans"/>
              </a:rPr>
              <a:t> no sean accesibles ni visibles por los clientes.</a:t>
            </a:r>
            <a:endParaRPr lang="es-ES" sz="2800" b="0" strike="noStrike" spc="-1">
              <a:latin typeface="Arial"/>
            </a:endParaRPr>
          </a:p>
          <a:p>
            <a:pPr marL="987480">
              <a:lnSpc>
                <a:spcPct val="100000"/>
              </a:lnSpc>
              <a:spcBef>
                <a:spcPts val="561"/>
              </a:spcBef>
            </a:pPr>
            <a:r>
              <a:rPr lang="es-ES" sz="2800" b="1" strike="noStrike" spc="-1">
                <a:solidFill>
                  <a:srgbClr val="000000"/>
                </a:solidFill>
                <a:latin typeface="Arial"/>
                <a:ea typeface="DejaVu Sans"/>
              </a:rPr>
              <a:t>&lt;FilesMatch  ”^\.ht”&gt;</a:t>
            </a:r>
            <a:r>
              <a:rPr lang="es-ES" sz="2000" b="1" strike="noStrike" spc="-1">
                <a:solidFill>
                  <a:srgbClr val="000000"/>
                </a:solidFill>
                <a:latin typeface="Arial"/>
                <a:ea typeface="DejaVu Sans"/>
              </a:rPr>
              <a:t> </a:t>
            </a:r>
            <a:r>
              <a:rPr lang="es-ES" sz="1900" b="0" strike="noStrike" spc="-1">
                <a:solidFill>
                  <a:srgbClr val="000000"/>
                </a:solidFill>
                <a:latin typeface="Arial"/>
                <a:ea typeface="DejaVu Sans"/>
              </a:rPr>
              <a:t>(</a:t>
            </a:r>
            <a:r>
              <a:rPr lang="es-ES" sz="1900" b="1" strike="noStrike" spc="-1">
                <a:solidFill>
                  <a:srgbClr val="000000"/>
                </a:solidFill>
                <a:latin typeface="Arial"/>
                <a:ea typeface="DejaVu Sans"/>
              </a:rPr>
              <a:t>^</a:t>
            </a:r>
            <a:r>
              <a:rPr lang="es-ES" sz="1900" b="0" strike="noStrike" spc="-1">
                <a:solidFill>
                  <a:srgbClr val="000000"/>
                </a:solidFill>
                <a:latin typeface="Arial"/>
                <a:ea typeface="DejaVu Sans"/>
              </a:rPr>
              <a:t> indica desde el principio y \ escapa el </a:t>
            </a:r>
            <a:r>
              <a:rPr lang="es-ES" sz="1900" b="1" strike="noStrike" spc="-1">
                <a:solidFill>
                  <a:srgbClr val="000000"/>
                </a:solidFill>
                <a:latin typeface="Arial"/>
                <a:ea typeface="DejaVu Sans"/>
              </a:rPr>
              <a:t>.</a:t>
            </a:r>
            <a:r>
              <a:rPr lang="es-ES" sz="1900" b="0" strike="noStrike" spc="-1">
                <a:solidFill>
                  <a:srgbClr val="000000"/>
                </a:solidFill>
                <a:latin typeface="Arial"/>
                <a:ea typeface="DejaVu Sans"/>
              </a:rPr>
              <a:t>)</a:t>
            </a:r>
            <a:endParaRPr lang="es-ES" sz="1900" b="0" strike="noStrike" spc="-1">
              <a:latin typeface="Arial"/>
            </a:endParaRPr>
          </a:p>
          <a:p>
            <a:pPr marL="987480">
              <a:lnSpc>
                <a:spcPct val="100000"/>
              </a:lnSpc>
              <a:spcBef>
                <a:spcPts val="561"/>
              </a:spcBef>
            </a:pPr>
            <a:r>
              <a:rPr lang="es-ES" sz="2800" b="1" strike="noStrike" spc="-1">
                <a:solidFill>
                  <a:srgbClr val="000000"/>
                </a:solidFill>
                <a:latin typeface="Arial"/>
                <a:ea typeface="DejaVu Sans"/>
              </a:rPr>
              <a:t>	Require all denied</a:t>
            </a:r>
            <a:endParaRPr lang="es-ES" sz="2800" b="0" strike="noStrike" spc="-1">
              <a:latin typeface="Arial"/>
            </a:endParaRPr>
          </a:p>
          <a:p>
            <a:pPr marL="987480">
              <a:lnSpc>
                <a:spcPct val="100000"/>
              </a:lnSpc>
              <a:spcBef>
                <a:spcPts val="561"/>
              </a:spcBef>
            </a:pPr>
            <a:r>
              <a:rPr lang="es-ES" sz="2800" b="1" strike="noStrike" spc="-1">
                <a:solidFill>
                  <a:srgbClr val="000000"/>
                </a:solidFill>
                <a:latin typeface="Arial"/>
                <a:ea typeface="DejaVu Sans"/>
              </a:rPr>
              <a:t>&lt;/FilesMatch&gt;</a:t>
            </a:r>
            <a:endParaRPr lang="es-ES" sz="2800" b="0" strike="noStrike" spc="-1">
              <a:latin typeface="Arial"/>
            </a:endParaRPr>
          </a:p>
          <a:p>
            <a:pPr algn="just">
              <a:lnSpc>
                <a:spcPct val="100000"/>
              </a:lnSpc>
              <a:spcBef>
                <a:spcPts val="47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36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6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B0B20B0-E77D-4CC1-8631-84077138060C}" type="slidenum">
              <a:rPr lang="es-ES" sz="1200" b="0" i="1" strike="noStrike" spc="-1">
                <a:solidFill>
                  <a:srgbClr val="91E614"/>
                </a:solidFill>
                <a:latin typeface="Century Gothic"/>
                <a:ea typeface="DejaVu Sans"/>
              </a:rPr>
              <a:t>64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dirty="0">
                <a:solidFill>
                  <a:srgbClr val="66FF33"/>
                </a:solidFill>
                <a:latin typeface="Century Gothic"/>
                <a:ea typeface="DejaVu Sans"/>
              </a:rPr>
              <a:t>TEMA 5. MONITORIZACIÓN. Ficheros de registros (</a:t>
            </a:r>
            <a:r>
              <a:rPr lang="es-ES" sz="3400" b="1" strike="noStrike" spc="-1" dirty="0" err="1">
                <a:solidFill>
                  <a:srgbClr val="66FF33"/>
                </a:solidFill>
                <a:latin typeface="Century Gothic"/>
                <a:ea typeface="DejaVu Sans"/>
              </a:rPr>
              <a:t>logs</a:t>
            </a:r>
            <a:r>
              <a:rPr lang="es-ES" sz="3400" b="1" strike="noStrike" spc="-1" dirty="0">
                <a:solidFill>
                  <a:srgbClr val="66FF33"/>
                </a:solidFill>
                <a:latin typeface="Century Gothic"/>
                <a:ea typeface="DejaVu Sans"/>
              </a:rPr>
              <a:t>) </a:t>
            </a:r>
            <a:r>
              <a:rPr lang="es-ES" sz="3400" b="0" strike="noStrike" spc="-1" dirty="0">
                <a:solidFill>
                  <a:srgbClr val="66FF33"/>
                </a:solidFill>
                <a:latin typeface="Century Gothic"/>
                <a:ea typeface="DejaVu Sans"/>
              </a:rPr>
              <a:t>(</a:t>
            </a:r>
            <a:r>
              <a:rPr lang="es-ES" sz="3400" b="0" strike="noStrike" spc="-1" dirty="0" err="1">
                <a:solidFill>
                  <a:srgbClr val="66FF33"/>
                </a:solidFill>
                <a:latin typeface="Century Gothic"/>
                <a:ea typeface="DejaVu Sans"/>
              </a:rPr>
              <a:t>Debian</a:t>
            </a:r>
            <a:r>
              <a:rPr lang="es-ES" sz="3400" b="0" strike="noStrike" spc="-1" dirty="0">
                <a:solidFill>
                  <a:srgbClr val="66FF33"/>
                </a:solidFill>
                <a:latin typeface="Century Gothic"/>
                <a:ea typeface="DejaVu Sans"/>
              </a:rPr>
              <a:t>/Ubuntu)</a:t>
            </a:r>
            <a:endParaRPr lang="es-ES" sz="3400" b="0" strike="noStrike" spc="-1" dirty="0">
              <a:latin typeface="Arial"/>
            </a:endParaRPr>
          </a:p>
        </p:txBody>
      </p:sp>
      <p:sp>
        <p:nvSpPr>
          <p:cNvPr id="36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El archivo de errores del servidor virtual se establece en </a:t>
            </a:r>
            <a:r>
              <a:rPr lang="es-ES" sz="2800" b="1" strike="noStrike" spc="-1">
                <a:solidFill>
                  <a:srgbClr val="000000"/>
                </a:solidFill>
                <a:latin typeface="Arial"/>
                <a:ea typeface="DejaVu Sans"/>
              </a:rPr>
              <a:t>apache2.conf </a:t>
            </a:r>
            <a:r>
              <a:rPr lang="es-ES" sz="2800" b="0" strike="noStrike" spc="-1">
                <a:solidFill>
                  <a:srgbClr val="000000"/>
                </a:solidFill>
                <a:latin typeface="Arial"/>
                <a:ea typeface="DejaVu Sans"/>
              </a:rPr>
              <a:t>con la directiva</a:t>
            </a:r>
            <a:r>
              <a:rPr lang="es-ES" sz="2800" b="1" strike="noStrike" spc="-1">
                <a:solidFill>
                  <a:srgbClr val="000000"/>
                </a:solidFill>
                <a:latin typeface="Arial"/>
                <a:ea typeface="DejaVu Sans"/>
              </a:rPr>
              <a:t> ErrorLog</a:t>
            </a:r>
            <a:r>
              <a:rPr lang="es-ES" sz="2800" b="0" strike="noStrike" spc="-1">
                <a:solidFill>
                  <a:srgbClr val="000000"/>
                </a:solidFill>
                <a:latin typeface="Arial"/>
                <a:ea typeface="DejaVu Sans"/>
              </a:rPr>
              <a:t>:</a:t>
            </a:r>
            <a:endParaRPr lang="es-ES" sz="2800" b="0" strike="noStrike" spc="-1">
              <a:latin typeface="Arial"/>
            </a:endParaRPr>
          </a:p>
          <a:p>
            <a:pPr marL="343080" indent="-342000">
              <a:lnSpc>
                <a:spcPct val="100000"/>
              </a:lnSpc>
              <a:spcBef>
                <a:spcPts val="641"/>
              </a:spcBef>
            </a:pPr>
            <a:r>
              <a:rPr lang="es-ES" sz="3200" b="1" strike="noStrike" spc="-1">
                <a:solidFill>
                  <a:srgbClr val="000000"/>
                </a:solidFill>
                <a:latin typeface="Arial"/>
                <a:ea typeface="DejaVu Sans"/>
              </a:rPr>
              <a:t>ErrorLog  ${APACHE_LOG_DIR}/error.log</a:t>
            </a:r>
            <a:endParaRPr lang="es-ES" sz="3200" b="0" strike="noStrike" spc="-1">
              <a:latin typeface="Arial"/>
            </a:endParaRPr>
          </a:p>
          <a:p>
            <a:pPr marL="343080" indent="-342000" algn="just">
              <a:lnSpc>
                <a:spcPct val="100000"/>
              </a:lnSpc>
              <a:spcBef>
                <a:spcPts val="641"/>
              </a:spcBef>
            </a:pPr>
            <a:r>
              <a:rPr lang="es-ES" sz="3200" b="0" strike="noStrike" spc="-1">
                <a:solidFill>
                  <a:srgbClr val="000000"/>
                </a:solidFill>
                <a:latin typeface="Arial"/>
                <a:ea typeface="DejaVu Sans"/>
              </a:rPr>
              <a:t>	</a:t>
            </a:r>
            <a:r>
              <a:rPr lang="es-ES" sz="3200" b="1" strike="noStrike" spc="-1">
                <a:solidFill>
                  <a:srgbClr val="000000"/>
                </a:solidFill>
                <a:latin typeface="Arial"/>
                <a:ea typeface="DejaVu Sans"/>
              </a:rPr>
              <a:t> </a:t>
            </a:r>
            <a:endParaRPr lang="es-ES" sz="3200" b="0" strike="noStrike" spc="-1">
              <a:latin typeface="Arial"/>
            </a:endParaRPr>
          </a:p>
          <a:p>
            <a:pPr algn="just">
              <a:lnSpc>
                <a:spcPct val="100000"/>
              </a:lnSpc>
              <a:spcBef>
                <a:spcPts val="641"/>
              </a:spcBef>
            </a:pPr>
            <a:r>
              <a:rPr lang="es-ES" sz="3200" b="0" strike="noStrike" spc="-1">
                <a:solidFill>
                  <a:srgbClr val="000000"/>
                </a:solidFill>
                <a:latin typeface="Arial"/>
                <a:ea typeface="DejaVu Sans"/>
              </a:rPr>
              <a:t>Donde, </a:t>
            </a:r>
            <a:r>
              <a:rPr lang="es-ES" sz="3200" b="1" strike="noStrike" spc="-1">
                <a:solidFill>
                  <a:srgbClr val="000000"/>
                </a:solidFill>
                <a:latin typeface="Arial"/>
                <a:ea typeface="DejaVu Sans"/>
              </a:rPr>
              <a:t>${APACHE_LOG_DIR} </a:t>
            </a:r>
            <a:r>
              <a:rPr lang="es-ES" sz="3200" b="0" strike="noStrike" spc="-1">
                <a:solidFill>
                  <a:srgbClr val="000000"/>
                </a:solidFill>
                <a:latin typeface="Arial"/>
                <a:ea typeface="DejaVu Sans"/>
              </a:rPr>
              <a:t>es una variable de entorno definida en el fichero </a:t>
            </a:r>
            <a:r>
              <a:rPr lang="es-ES" sz="3200" b="1" i="1" strike="noStrike" spc="-1">
                <a:solidFill>
                  <a:srgbClr val="000000"/>
                </a:solidFill>
                <a:latin typeface="Arial"/>
                <a:ea typeface="DejaVu Sans"/>
              </a:rPr>
              <a:t>/etc/apache2/envars</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es decir:</a:t>
            </a:r>
            <a:endParaRPr lang="es-ES" sz="3200" b="0" strike="noStrike" spc="-1">
              <a:latin typeface="Arial"/>
            </a:endParaRPr>
          </a:p>
          <a:p>
            <a:pPr marL="343080" indent="-342000">
              <a:lnSpc>
                <a:spcPct val="100000"/>
              </a:lnSpc>
              <a:spcBef>
                <a:spcPts val="641"/>
              </a:spcBef>
            </a:pPr>
            <a:r>
              <a:rPr lang="es-ES" sz="3200" b="1" strike="noStrike" spc="-1">
                <a:solidFill>
                  <a:srgbClr val="000000"/>
                </a:solidFill>
                <a:latin typeface="Arial"/>
                <a:ea typeface="DejaVu Sans"/>
              </a:rPr>
              <a:t>			/var/log/apache2/error.log</a:t>
            </a:r>
            <a:endParaRPr lang="es-ES" sz="3200" b="0" strike="noStrike" spc="-1">
              <a:latin typeface="Arial"/>
            </a:endParaRPr>
          </a:p>
          <a:p>
            <a:pPr>
              <a:lnSpc>
                <a:spcPct val="100000"/>
              </a:lnSpc>
              <a:spcBef>
                <a:spcPts val="459"/>
              </a:spcBef>
            </a:pPr>
            <a:endParaRPr lang="es-ES" sz="3200" b="0" strike="noStrike" spc="-1">
              <a:latin typeface="Arial"/>
            </a:endParaRPr>
          </a:p>
          <a:p>
            <a:pPr>
              <a:lnSpc>
                <a:spcPct val="100000"/>
              </a:lnSpc>
              <a:spcBef>
                <a:spcPts val="459"/>
              </a:spcBef>
            </a:pPr>
            <a:endParaRPr lang="es-ES" sz="3200" b="0" strike="noStrike" spc="-1">
              <a:latin typeface="Arial"/>
            </a:endParaRPr>
          </a:p>
          <a:p>
            <a:pPr>
              <a:lnSpc>
                <a:spcPct val="100000"/>
              </a:lnSpc>
              <a:spcBef>
                <a:spcPts val="459"/>
              </a:spcBef>
            </a:pPr>
            <a:endParaRPr lang="es-ES" sz="3200" b="0" strike="noStrike" spc="-1">
              <a:latin typeface="Arial"/>
            </a:endParaRPr>
          </a:p>
        </p:txBody>
      </p:sp>
      <p:sp>
        <p:nvSpPr>
          <p:cNvPr id="37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7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DD8CDB5-AB59-4D13-80EE-42F61EA13F53}" type="slidenum">
              <a:rPr lang="es-ES" sz="1200" b="0" i="1" strike="noStrike" spc="-1">
                <a:solidFill>
                  <a:srgbClr val="91E614"/>
                </a:solidFill>
                <a:latin typeface="Century Gothic"/>
                <a:ea typeface="DejaVu Sans"/>
              </a:rPr>
              <a:t>65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Ficheros de registros (logs) </a:t>
            </a:r>
            <a:r>
              <a:rPr lang="es-ES" sz="3400" b="0" strike="noStrike" spc="-1">
                <a:solidFill>
                  <a:srgbClr val="66FF33"/>
                </a:solidFill>
                <a:latin typeface="Century Gothic"/>
                <a:ea typeface="DejaVu Sans"/>
              </a:rPr>
              <a:t>(Debian/Ubuntu)</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37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El servidor almacena en el registro de acceso información sobre todas las peticiones que procesa.</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El archivo de accesos del servidor se establece en </a:t>
            </a:r>
            <a:r>
              <a:rPr lang="es-ES" sz="2800" b="1" strike="noStrike" spc="-1">
                <a:solidFill>
                  <a:srgbClr val="000000"/>
                </a:solidFill>
                <a:latin typeface="Arial"/>
                <a:ea typeface="DejaVu Sans"/>
              </a:rPr>
              <a:t>/etc/apache2/sites-available/000-default.com </a:t>
            </a:r>
            <a:r>
              <a:rPr lang="es-ES" sz="2800" b="0" strike="noStrike" spc="-1">
                <a:solidFill>
                  <a:srgbClr val="000000"/>
                </a:solidFill>
                <a:latin typeface="Arial"/>
                <a:ea typeface="DejaVu Sans"/>
              </a:rPr>
              <a:t>con la directiva </a:t>
            </a:r>
            <a:r>
              <a:rPr lang="es-ES" sz="2800" b="1" strike="noStrike" spc="-1">
                <a:solidFill>
                  <a:srgbClr val="000000"/>
                </a:solidFill>
                <a:latin typeface="Arial"/>
                <a:ea typeface="DejaVu Sans"/>
              </a:rPr>
              <a:t>CustomLog</a:t>
            </a:r>
            <a:r>
              <a:rPr lang="es-ES" sz="2800" b="0" strike="noStrike" spc="-1">
                <a:solidFill>
                  <a:srgbClr val="000000"/>
                </a:solidFill>
                <a:latin typeface="Arial"/>
                <a:ea typeface="DejaVu Sans"/>
              </a:rPr>
              <a:t>:</a:t>
            </a:r>
            <a:endParaRPr lang="es-ES" sz="2800" b="0" strike="noStrike" spc="-1">
              <a:latin typeface="Arial"/>
            </a:endParaRPr>
          </a:p>
          <a:p>
            <a:pPr marL="343080" indent="-342000" algn="just">
              <a:lnSpc>
                <a:spcPct val="100000"/>
              </a:lnSpc>
              <a:spcBef>
                <a:spcPts val="581"/>
              </a:spcBef>
            </a:pPr>
            <a:endParaRPr lang="es-ES" sz="2800" b="0" strike="noStrike" spc="-1">
              <a:latin typeface="Arial"/>
            </a:endParaRPr>
          </a:p>
          <a:p>
            <a:pPr marL="343080" indent="-342000" algn="just">
              <a:lnSpc>
                <a:spcPct val="100000"/>
              </a:lnSpc>
              <a:spcBef>
                <a:spcPts val="581"/>
              </a:spcBef>
            </a:pPr>
            <a:r>
              <a:rPr lang="es-ES" sz="2900" b="1" strike="noStrike" spc="-1">
                <a:solidFill>
                  <a:srgbClr val="000000"/>
                </a:solidFill>
                <a:latin typeface="Arial"/>
                <a:ea typeface="DejaVu Sans"/>
              </a:rPr>
              <a:t>CustomLog  ${APACHE_LOG_DIR}/access.log combined</a:t>
            </a:r>
            <a:endParaRPr lang="es-ES" sz="29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		es decir:</a:t>
            </a:r>
            <a:endParaRPr lang="es-ES" sz="2800" b="0" strike="noStrike" spc="-1">
              <a:latin typeface="Arial"/>
            </a:endParaRPr>
          </a:p>
          <a:p>
            <a:pPr marL="343080" indent="-342000">
              <a:lnSpc>
                <a:spcPct val="100000"/>
              </a:lnSpc>
              <a:spcBef>
                <a:spcPts val="641"/>
              </a:spcBef>
            </a:pPr>
            <a:r>
              <a:rPr lang="es-ES" sz="3200" b="0" i="1" strike="noStrike" spc="-1">
                <a:solidFill>
                  <a:srgbClr val="000000"/>
                </a:solidFill>
                <a:latin typeface="Arial"/>
                <a:ea typeface="DejaVu Sans"/>
              </a:rPr>
              <a:t>		/</a:t>
            </a:r>
            <a:r>
              <a:rPr lang="es-ES" sz="3200" b="1" i="1" strike="noStrike" spc="-1">
                <a:solidFill>
                  <a:srgbClr val="000000"/>
                </a:solidFill>
                <a:latin typeface="Arial"/>
                <a:ea typeface="DejaVu Sans"/>
              </a:rPr>
              <a:t>var/log/apache2/access.log</a:t>
            </a:r>
            <a:endParaRPr lang="es-ES" sz="3200" b="0" strike="noStrike" spc="-1">
              <a:latin typeface="Arial"/>
            </a:endParaRPr>
          </a:p>
          <a:p>
            <a:pPr>
              <a:lnSpc>
                <a:spcPct val="100000"/>
              </a:lnSpc>
              <a:spcBef>
                <a:spcPts val="459"/>
              </a:spcBef>
            </a:pPr>
            <a:endParaRPr lang="es-ES" sz="3200" b="0" strike="noStrike" spc="-1">
              <a:latin typeface="Arial"/>
            </a:endParaRPr>
          </a:p>
          <a:p>
            <a:pPr>
              <a:lnSpc>
                <a:spcPct val="100000"/>
              </a:lnSpc>
              <a:spcBef>
                <a:spcPts val="459"/>
              </a:spcBef>
            </a:pPr>
            <a:endParaRPr lang="es-ES" sz="3200" b="0" strike="noStrike" spc="-1">
              <a:latin typeface="Arial"/>
            </a:endParaRPr>
          </a:p>
          <a:p>
            <a:pPr>
              <a:lnSpc>
                <a:spcPct val="100000"/>
              </a:lnSpc>
              <a:spcBef>
                <a:spcPts val="459"/>
              </a:spcBef>
            </a:pPr>
            <a:endParaRPr lang="es-ES" sz="3200" b="0" strike="noStrike" spc="-1">
              <a:latin typeface="Arial"/>
            </a:endParaRPr>
          </a:p>
        </p:txBody>
      </p:sp>
      <p:sp>
        <p:nvSpPr>
          <p:cNvPr id="37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7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996DFA3-5E4D-4334-BB99-FA2D3A13DF26}" type="slidenum">
              <a:rPr lang="es-ES" sz="1200" b="0" i="1" strike="noStrike" spc="-1">
                <a:solidFill>
                  <a:srgbClr val="91E614"/>
                </a:solidFill>
                <a:latin typeface="Century Gothic"/>
                <a:ea typeface="DejaVu Sans"/>
              </a:rPr>
              <a:t>66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Ficheros de registros (logs) </a:t>
            </a:r>
            <a:r>
              <a:rPr lang="es-ES" sz="3400" b="0" strike="noStrike" spc="-1">
                <a:solidFill>
                  <a:srgbClr val="66FF33"/>
                </a:solidFill>
                <a:latin typeface="Century Gothic"/>
                <a:ea typeface="DejaVu Sans"/>
              </a:rPr>
              <a:t>(Debian/Ubuntu)</a:t>
            </a:r>
            <a:r>
              <a:rPr lang="es-ES" sz="3400" b="1" strike="noStrike" spc="-1">
                <a:solidFill>
                  <a:srgbClr val="66FF33"/>
                </a:solidFill>
                <a:latin typeface="Century Gothic"/>
                <a:ea typeface="DejaVu Sans"/>
              </a:rPr>
              <a:t> </a:t>
            </a:r>
            <a:endParaRPr lang="es-ES" sz="3400" b="0" strike="noStrike" spc="-1">
              <a:latin typeface="Arial"/>
            </a:endParaRPr>
          </a:p>
        </p:txBody>
      </p:sp>
      <p:sp>
        <p:nvSpPr>
          <p:cNvPr id="37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625320" algn="just">
              <a:lnSpc>
                <a:spcPct val="100000"/>
              </a:lnSpc>
              <a:spcBef>
                <a:spcPts val="479"/>
              </a:spcBef>
            </a:pPr>
            <a:r>
              <a:rPr lang="es-ES" sz="2400" b="1" i="1" strike="noStrike" spc="-1">
                <a:solidFill>
                  <a:srgbClr val="000000"/>
                </a:solidFill>
                <a:latin typeface="Arial"/>
                <a:ea typeface="DejaVu Sans"/>
              </a:rPr>
              <a:t>Combined</a:t>
            </a:r>
            <a:r>
              <a:rPr lang="es-ES" sz="2400" b="0" strike="noStrike" spc="-1">
                <a:solidFill>
                  <a:srgbClr val="000000"/>
                </a:solidFill>
                <a:latin typeface="Arial"/>
                <a:ea typeface="DejaVu Sans"/>
              </a:rPr>
              <a:t> indica el uso de un único archivo para guardar toda la información ya que es posible dividir este registro en varios.</a:t>
            </a:r>
            <a:endParaRPr lang="es-ES" sz="2400" b="0" strike="noStrike" spc="-1">
              <a:latin typeface="Arial"/>
            </a:endParaRPr>
          </a:p>
          <a:p>
            <a:pPr>
              <a:lnSpc>
                <a:spcPct val="100000"/>
              </a:lnSpc>
              <a:spcBef>
                <a:spcPts val="459"/>
              </a:spcBef>
            </a:pPr>
            <a:endParaRPr lang="es-ES" sz="2400" b="0" strike="noStrike" spc="-1">
              <a:latin typeface="Arial"/>
            </a:endParaRPr>
          </a:p>
          <a:p>
            <a:pPr>
              <a:lnSpc>
                <a:spcPct val="100000"/>
              </a:lnSpc>
              <a:spcBef>
                <a:spcPts val="459"/>
              </a:spcBef>
            </a:pPr>
            <a:endParaRPr lang="es-ES" sz="2400" b="0" strike="noStrike" spc="-1">
              <a:latin typeface="Arial"/>
            </a:endParaRPr>
          </a:p>
          <a:p>
            <a:pPr>
              <a:lnSpc>
                <a:spcPct val="100000"/>
              </a:lnSpc>
              <a:spcBef>
                <a:spcPts val="459"/>
              </a:spcBef>
            </a:pPr>
            <a:endParaRPr lang="es-ES" sz="2400" b="0" strike="noStrike" spc="-1">
              <a:latin typeface="Arial"/>
            </a:endParaRPr>
          </a:p>
        </p:txBody>
      </p:sp>
      <p:sp>
        <p:nvSpPr>
          <p:cNvPr id="37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7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43502FB-4E01-470D-9066-0E1D32609CE5}" type="slidenum">
              <a:rPr lang="es-ES" sz="1200" b="0" i="1" strike="noStrike" spc="-1">
                <a:solidFill>
                  <a:srgbClr val="91E614"/>
                </a:solidFill>
                <a:latin typeface="Century Gothic"/>
                <a:ea typeface="DejaVu Sans"/>
              </a:rPr>
              <a:t>67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Ficheros de registros (logs)</a:t>
            </a:r>
            <a:endParaRPr lang="es-ES" sz="3400" b="0" strike="noStrike" spc="-1">
              <a:latin typeface="Arial"/>
            </a:endParaRPr>
          </a:p>
        </p:txBody>
      </p:sp>
      <p:sp>
        <p:nvSpPr>
          <p:cNvPr id="38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buClr>
                <a:srgbClr val="000000"/>
              </a:buClr>
              <a:buFont typeface="Symbol"/>
              <a:buChar char=""/>
            </a:pPr>
            <a:r>
              <a:rPr lang="es-ES" sz="3200" b="0" strike="noStrike" spc="-1">
                <a:solidFill>
                  <a:srgbClr val="000000"/>
                </a:solidFill>
                <a:latin typeface="Arial"/>
                <a:ea typeface="DejaVu Sans"/>
              </a:rPr>
              <a:t>Múltiples directivas para personalizar logs.</a:t>
            </a:r>
            <a:endParaRPr lang="es-ES" sz="3200" b="0" strike="noStrike" spc="-1">
              <a:latin typeface="Arial"/>
            </a:endParaRPr>
          </a:p>
          <a:p>
            <a:pPr marL="743040" lvl="1" indent="-284760">
              <a:lnSpc>
                <a:spcPct val="100000"/>
              </a:lnSpc>
              <a:spcBef>
                <a:spcPts val="561"/>
              </a:spcBef>
              <a:buClr>
                <a:srgbClr val="000000"/>
              </a:buClr>
              <a:buFont typeface="Symbol"/>
              <a:buChar char=""/>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ErrorLog</a:t>
            </a:r>
            <a:endParaRPr lang="es-ES" sz="2800" b="0" strike="noStrike" spc="-1">
              <a:latin typeface="Arial"/>
            </a:endParaRPr>
          </a:p>
          <a:p>
            <a:pPr marL="743040" lvl="1" indent="-284760">
              <a:lnSpc>
                <a:spcPct val="100000"/>
              </a:lnSpc>
              <a:spcBef>
                <a:spcPts val="561"/>
              </a:spcBef>
              <a:buClr>
                <a:srgbClr val="000000"/>
              </a:buClr>
              <a:buFont typeface="Symbol"/>
              <a:buChar char=""/>
            </a:pPr>
            <a:r>
              <a:rPr lang="es-ES" sz="2800" b="1" strike="noStrike" spc="-1">
                <a:solidFill>
                  <a:srgbClr val="000000"/>
                </a:solidFill>
                <a:latin typeface="Arial"/>
                <a:ea typeface="DejaVu Sans"/>
              </a:rPr>
              <a:t> CustomLog</a:t>
            </a:r>
            <a:endParaRPr lang="es-ES" sz="2800" b="0" strike="noStrike" spc="-1">
              <a:latin typeface="Arial"/>
            </a:endParaRPr>
          </a:p>
          <a:p>
            <a:pPr marL="743040" lvl="1" indent="-284760" algn="just">
              <a:lnSpc>
                <a:spcPct val="100000"/>
              </a:lnSpc>
              <a:spcBef>
                <a:spcPts val="561"/>
              </a:spcBef>
              <a:buClr>
                <a:srgbClr val="000000"/>
              </a:buClr>
              <a:buFont typeface="Symbol"/>
              <a:buChar char=""/>
            </a:pPr>
            <a:r>
              <a:rPr lang="es-ES" sz="2800" b="1" strike="noStrike" spc="-1">
                <a:solidFill>
                  <a:srgbClr val="000000"/>
                </a:solidFill>
                <a:latin typeface="Arial"/>
                <a:ea typeface="DejaVu Sans"/>
              </a:rPr>
              <a:t> LogLevel</a:t>
            </a:r>
            <a:r>
              <a:rPr lang="es-ES" sz="2800" b="0" strike="noStrike" spc="-1">
                <a:solidFill>
                  <a:srgbClr val="000000"/>
                </a:solidFill>
                <a:latin typeface="Arial"/>
                <a:ea typeface="DejaVu Sans"/>
              </a:rPr>
              <a:t>. Establece cuánta información se guardará en el archivo de registro de errores (nivel de verbosidad), es decir si la descripción de los errores será más o menos detallada. Valores posibles: </a:t>
            </a:r>
            <a:r>
              <a:rPr lang="es-ES" sz="2800" b="0" i="1" strike="noStrike" spc="-1">
                <a:solidFill>
                  <a:srgbClr val="000000"/>
                </a:solidFill>
                <a:latin typeface="Arial"/>
                <a:ea typeface="DejaVu Sans"/>
              </a:rPr>
              <a:t>debug, info, notice, warn, error, crit, alert, emerg</a:t>
            </a:r>
            <a:r>
              <a:rPr lang="es-ES" sz="2800" b="0" strike="noStrike" spc="-1">
                <a:solidFill>
                  <a:srgbClr val="000000"/>
                </a:solidFill>
                <a:latin typeface="Arial"/>
                <a:ea typeface="DejaVu Sans"/>
              </a:rPr>
              <a:t>.</a:t>
            </a: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38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8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4816DA9-9A57-4862-8B0E-207A0211BED0}" type="slidenum">
              <a:rPr lang="es-ES" sz="1200" b="0" i="1" strike="noStrike" spc="-1">
                <a:solidFill>
                  <a:srgbClr val="91E614"/>
                </a:solidFill>
                <a:latin typeface="Century Gothic"/>
                <a:ea typeface="DejaVu Sans"/>
              </a:rPr>
              <a:t>68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Módulos para monitorizar el servidor</a:t>
            </a:r>
            <a:endParaRPr lang="es-ES" sz="3400" b="0" strike="noStrike" spc="-1">
              <a:latin typeface="Arial"/>
            </a:endParaRPr>
          </a:p>
        </p:txBody>
      </p:sp>
      <p:sp>
        <p:nvSpPr>
          <p:cNvPr id="38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Estos dos módulos nos permiten obtener información muy útil sobre nuestro servidor.</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1" strike="noStrike" spc="-1">
                <a:solidFill>
                  <a:srgbClr val="000000"/>
                </a:solidFill>
                <a:latin typeface="Arial"/>
                <a:ea typeface="DejaVu Sans"/>
              </a:rPr>
              <a:t>mod_status</a:t>
            </a:r>
            <a:r>
              <a:rPr lang="es-ES" sz="3200" b="0" strike="noStrike" spc="-1">
                <a:solidFill>
                  <a:srgbClr val="000000"/>
                </a:solidFill>
                <a:latin typeface="Arial"/>
                <a:ea typeface="DejaVu Sans"/>
              </a:rPr>
              <a:t>. Activado por defecto. Permite monitorizar el rendimiento del servidor. Genera un documento HTML  con información sobre el estado actual del servidor. Pasos a seguir:</a:t>
            </a:r>
            <a:endParaRPr lang="es-ES" sz="3200" b="0" strike="noStrike" spc="-1">
              <a:latin typeface="Arial"/>
            </a:endParaRPr>
          </a:p>
          <a:p>
            <a:pPr marL="343080" indent="-342000" algn="just">
              <a:lnSpc>
                <a:spcPct val="100000"/>
              </a:lnSpc>
              <a:spcBef>
                <a:spcPts val="641"/>
              </a:spcBef>
            </a:pPr>
            <a:r>
              <a:rPr lang="es-ES" sz="3200" b="1" strike="noStrike" spc="-1">
                <a:solidFill>
                  <a:srgbClr val="000000"/>
                </a:solidFill>
                <a:latin typeface="Arial"/>
                <a:ea typeface="DejaVu Sans"/>
              </a:rPr>
              <a:t>		</a:t>
            </a:r>
            <a:endParaRPr lang="es-ES" sz="3200" b="0" strike="noStrike" spc="-1">
              <a:latin typeface="Arial"/>
            </a:endParaRPr>
          </a:p>
          <a:p>
            <a:pPr marL="343080" indent="-342000">
              <a:lnSpc>
                <a:spcPct val="100000"/>
              </a:lnSpc>
              <a:spcBef>
                <a:spcPts val="641"/>
              </a:spcBef>
            </a:pPr>
            <a:endParaRPr lang="es-ES" sz="3200" b="0" strike="noStrike" spc="-1">
              <a:latin typeface="Arial"/>
            </a:endParaRPr>
          </a:p>
          <a:p>
            <a:pPr>
              <a:lnSpc>
                <a:spcPct val="100000"/>
              </a:lnSpc>
              <a:spcBef>
                <a:spcPts val="459"/>
              </a:spcBef>
            </a:pPr>
            <a:endParaRPr lang="es-ES" sz="3200" b="0" strike="noStrike" spc="-1">
              <a:latin typeface="Arial"/>
            </a:endParaRPr>
          </a:p>
          <a:p>
            <a:pPr>
              <a:lnSpc>
                <a:spcPct val="100000"/>
              </a:lnSpc>
              <a:spcBef>
                <a:spcPts val="459"/>
              </a:spcBef>
            </a:pPr>
            <a:endParaRPr lang="es-ES" sz="3200" b="0" strike="noStrike" spc="-1">
              <a:latin typeface="Arial"/>
            </a:endParaRPr>
          </a:p>
          <a:p>
            <a:pPr>
              <a:lnSpc>
                <a:spcPct val="100000"/>
              </a:lnSpc>
              <a:spcBef>
                <a:spcPts val="459"/>
              </a:spcBef>
            </a:pPr>
            <a:endParaRPr lang="es-ES" sz="3200" b="0" strike="noStrike" spc="-1">
              <a:latin typeface="Arial"/>
            </a:endParaRPr>
          </a:p>
        </p:txBody>
      </p:sp>
      <p:sp>
        <p:nvSpPr>
          <p:cNvPr id="38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8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81382EC-2FF5-465A-BE12-7636E5EB9FF8}" type="slidenum">
              <a:rPr lang="es-ES" sz="1200" b="0" i="1" strike="noStrike" spc="-1">
                <a:solidFill>
                  <a:srgbClr val="91E614"/>
                </a:solidFill>
                <a:latin typeface="Century Gothic"/>
                <a:ea typeface="DejaVu Sans"/>
              </a:rPr>
              <a:t>69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Módulos para monitorizar el servidor</a:t>
            </a:r>
            <a:endParaRPr lang="es-ES" sz="3400" b="0" strike="noStrike" spc="-1">
              <a:latin typeface="Arial"/>
            </a:endParaRPr>
          </a:p>
        </p:txBody>
      </p:sp>
      <p:sp>
        <p:nvSpPr>
          <p:cNvPr id="38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Habilitar módulo si no está habilitado:</a:t>
            </a:r>
            <a:endParaRPr lang="es-ES" sz="3200" b="0" strike="noStrike" spc="-1">
              <a:latin typeface="Arial"/>
            </a:endParaRPr>
          </a:p>
          <a:p>
            <a:pPr marL="457200" algn="just">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sudo a2enmod status</a:t>
            </a:r>
            <a:endParaRPr lang="es-ES" sz="2800" b="0" strike="noStrike" spc="-1">
              <a:latin typeface="Arial"/>
            </a:endParaRPr>
          </a:p>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Editar el fichero de configuración del módulo </a:t>
            </a:r>
            <a:r>
              <a:rPr lang="es-ES" sz="2800" b="1" strike="noStrike" spc="-1">
                <a:solidFill>
                  <a:srgbClr val="000000"/>
                </a:solidFill>
                <a:latin typeface="Arial"/>
                <a:ea typeface="DejaVu Sans"/>
              </a:rPr>
              <a:t>/etc/apache2/mods-enabled/status.conf	</a:t>
            </a:r>
            <a:r>
              <a:rPr lang="es-ES" sz="2800" b="0" strike="noStrike" spc="-1">
                <a:solidFill>
                  <a:srgbClr val="000000"/>
                </a:solidFill>
                <a:latin typeface="Arial"/>
                <a:ea typeface="DejaVu Sans"/>
              </a:rPr>
              <a:t>y habilitar el acceso a /server-status desde </a:t>
            </a:r>
            <a:r>
              <a:rPr lang="es-ES" sz="2800" b="1" strike="noStrike" spc="-1">
                <a:solidFill>
                  <a:srgbClr val="000000"/>
                </a:solidFill>
                <a:latin typeface="Arial"/>
                <a:ea typeface="DejaVu Sans"/>
              </a:rPr>
              <a:t>Windows</a:t>
            </a:r>
            <a:r>
              <a:rPr lang="es-ES" sz="2800" b="0" strike="noStrike" spc="-1">
                <a:solidFill>
                  <a:srgbClr val="000000"/>
                </a:solidFill>
                <a:latin typeface="Arial"/>
                <a:ea typeface="DejaVu Sans"/>
              </a:rPr>
              <a:t>:</a:t>
            </a: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	</a:t>
            </a:r>
            <a:endParaRPr lang="es-ES" sz="2800" b="0" strike="noStrike" spc="-1">
              <a:latin typeface="Arial"/>
            </a:endParaRPr>
          </a:p>
          <a:p>
            <a:pPr algn="just">
              <a:lnSpc>
                <a:spcPct val="100000"/>
              </a:lnSpc>
              <a:spcBef>
                <a:spcPts val="561"/>
              </a:spcBef>
            </a:pPr>
            <a:endParaRPr lang="es-ES" sz="2800" b="0" strike="noStrike" spc="-1">
              <a:latin typeface="Arial"/>
            </a:endParaRPr>
          </a:p>
          <a:p>
            <a:pPr marL="343080" indent="-342000">
              <a:lnSpc>
                <a:spcPct val="100000"/>
              </a:lnSpc>
              <a:spcBef>
                <a:spcPts val="641"/>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39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9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079F4E7-A179-4320-8552-360406D2825E}" type="slidenum">
              <a:rPr lang="es-ES" sz="1200" b="0" i="1" strike="noStrike" spc="-1">
                <a:solidFill>
                  <a:srgbClr val="91E614"/>
                </a:solidFill>
                <a:latin typeface="Century Gothic"/>
                <a:ea typeface="DejaVu Sans"/>
              </a:rPr>
              <a:t>70</a:t>
            </a:fld>
            <a:endParaRPr lang="es-ES" sz="1200" b="0" strike="noStrike" spc="-1">
              <a:latin typeface="Arial"/>
            </a:endParaRPr>
          </a:p>
        </p:txBody>
      </p:sp>
      <p:pic>
        <p:nvPicPr>
          <p:cNvPr id="392" name="Imagen 5"/>
          <p:cNvPicPr/>
          <p:nvPr/>
        </p:nvPicPr>
        <p:blipFill>
          <a:blip r:embed="rId3"/>
          <a:stretch/>
        </p:blipFill>
        <p:spPr>
          <a:xfrm>
            <a:off x="1512000" y="4464000"/>
            <a:ext cx="7128720" cy="2337120"/>
          </a:xfrm>
          <a:prstGeom prst="rect">
            <a:avLst/>
          </a:prstGeom>
          <a:ln>
            <a:noFill/>
          </a:ln>
        </p:spPr>
      </p:pic>
      <p:pic>
        <p:nvPicPr>
          <p:cNvPr id="393" name="Imagen 6"/>
          <p:cNvPicPr/>
          <p:nvPr/>
        </p:nvPicPr>
        <p:blipFill>
          <a:blip r:embed="rId4"/>
          <a:stretch/>
        </p:blipFill>
        <p:spPr>
          <a:xfrm>
            <a:off x="2627640" y="5509440"/>
            <a:ext cx="5255640" cy="5749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Módulos para monitorizar el servidor</a:t>
            </a:r>
            <a:endParaRPr lang="es-ES" sz="3400" b="0" strike="noStrike" spc="-1">
              <a:latin typeface="Arial"/>
            </a:endParaRPr>
          </a:p>
        </p:txBody>
      </p:sp>
      <p:sp>
        <p:nvSpPr>
          <p:cNvPr id="39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Reinicia el servidor:</a:t>
            </a:r>
            <a:endParaRPr lang="es-ES" sz="32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 sudo service apache2 restart</a:t>
            </a:r>
            <a:endParaRPr lang="es-ES" sz="2800" b="0" strike="noStrike" spc="-1">
              <a:latin typeface="Arial"/>
            </a:endParaRPr>
          </a:p>
          <a:p>
            <a:pPr marL="343080" indent="-342000" algn="just">
              <a:lnSpc>
                <a:spcPct val="100000"/>
              </a:lnSpc>
              <a:spcBef>
                <a:spcPts val="561"/>
              </a:spcBef>
              <a:buClr>
                <a:srgbClr val="000000"/>
              </a:buClr>
              <a:buFont typeface="Arial"/>
              <a:buChar char="•"/>
            </a:pPr>
            <a:r>
              <a:rPr lang="es-ES" sz="2800" b="0" strike="noStrike" spc="-1">
                <a:solidFill>
                  <a:srgbClr val="000000"/>
                </a:solidFill>
                <a:latin typeface="Arial"/>
                <a:ea typeface="DejaVu Sans"/>
              </a:rPr>
              <a:t>Desde </a:t>
            </a:r>
            <a:r>
              <a:rPr lang="es-ES" sz="2800" b="1" strike="noStrike" spc="-1">
                <a:solidFill>
                  <a:srgbClr val="000000"/>
                </a:solidFill>
                <a:latin typeface="Arial"/>
                <a:ea typeface="DejaVu Sans"/>
              </a:rPr>
              <a:t>Windows</a:t>
            </a:r>
            <a:r>
              <a:rPr lang="es-ES" sz="2800" b="0" strike="noStrike" spc="-1">
                <a:solidFill>
                  <a:srgbClr val="000000"/>
                </a:solidFill>
                <a:latin typeface="Arial"/>
                <a:ea typeface="DejaVu Sans"/>
              </a:rPr>
              <a:t> conectarse a </a:t>
            </a:r>
            <a:r>
              <a:rPr lang="es-ES" sz="2800" b="1" strike="noStrike" spc="-1">
                <a:solidFill>
                  <a:srgbClr val="000000"/>
                </a:solidFill>
                <a:latin typeface="Arial"/>
                <a:ea typeface="DejaVu Sans"/>
              </a:rPr>
              <a:t>//192.168.200.XX/server-status</a:t>
            </a:r>
            <a:r>
              <a:rPr lang="es-ES" sz="2800" b="0" strike="noStrike" spc="-1">
                <a:solidFill>
                  <a:srgbClr val="000000"/>
                </a:solidFill>
                <a:latin typeface="Arial"/>
                <a:ea typeface="DejaVu Sans"/>
              </a:rPr>
              <a:t>:</a:t>
            </a:r>
            <a:endParaRPr lang="es-ES" sz="2800" b="0" strike="noStrike" spc="-1">
              <a:latin typeface="Arial"/>
            </a:endParaRPr>
          </a:p>
          <a:p>
            <a:pPr algn="just">
              <a:lnSpc>
                <a:spcPct val="100000"/>
              </a:lnSpc>
              <a:spcBef>
                <a:spcPts val="561"/>
              </a:spcBef>
            </a:pPr>
            <a:endParaRPr lang="es-ES" sz="2800" b="0" strike="noStrike" spc="-1">
              <a:latin typeface="Arial"/>
            </a:endParaRPr>
          </a:p>
          <a:p>
            <a:pPr algn="just">
              <a:lnSpc>
                <a:spcPct val="100000"/>
              </a:lnSpc>
              <a:spcBef>
                <a:spcPts val="561"/>
              </a:spcBef>
            </a:pP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	</a:t>
            </a:r>
            <a:endParaRPr lang="es-ES" sz="2800" b="0" strike="noStrike" spc="-1">
              <a:latin typeface="Arial"/>
            </a:endParaRPr>
          </a:p>
          <a:p>
            <a:pPr algn="just">
              <a:lnSpc>
                <a:spcPct val="100000"/>
              </a:lnSpc>
              <a:spcBef>
                <a:spcPts val="561"/>
              </a:spcBef>
            </a:pPr>
            <a:endParaRPr lang="es-ES" sz="2800" b="0" strike="noStrike" spc="-1">
              <a:latin typeface="Arial"/>
            </a:endParaRPr>
          </a:p>
          <a:p>
            <a:pPr marL="343080" indent="-342000">
              <a:lnSpc>
                <a:spcPct val="100000"/>
              </a:lnSpc>
              <a:spcBef>
                <a:spcPts val="641"/>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39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39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D5CCF6F-7A5C-4949-B6A5-2DD983BDEBC0}" type="slidenum">
              <a:rPr lang="es-ES" sz="1200" b="0" i="1" strike="noStrike" spc="-1">
                <a:solidFill>
                  <a:srgbClr val="91E614"/>
                </a:solidFill>
                <a:latin typeface="Century Gothic"/>
                <a:ea typeface="DejaVu Sans"/>
              </a:rPr>
              <a:t>71</a:t>
            </a:fld>
            <a:endParaRPr lang="es-ES" sz="1200" b="0" strike="noStrike" spc="-1">
              <a:latin typeface="Arial"/>
            </a:endParaRPr>
          </a:p>
        </p:txBody>
      </p:sp>
      <p:pic>
        <p:nvPicPr>
          <p:cNvPr id="398" name="Imagen 1"/>
          <p:cNvPicPr/>
          <p:nvPr/>
        </p:nvPicPr>
        <p:blipFill>
          <a:blip r:embed="rId3"/>
          <a:stretch/>
        </p:blipFill>
        <p:spPr>
          <a:xfrm>
            <a:off x="1506960" y="3073680"/>
            <a:ext cx="5607360" cy="34858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Módulos para monitorizar el servidor</a:t>
            </a:r>
            <a:endParaRPr lang="es-ES" sz="3400" b="0" strike="noStrike" spc="-1">
              <a:latin typeface="Arial"/>
            </a:endParaRPr>
          </a:p>
        </p:txBody>
      </p:sp>
      <p:sp>
        <p:nvSpPr>
          <p:cNvPr id="40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buClr>
                <a:srgbClr val="000000"/>
              </a:buClr>
              <a:buFont typeface="Symbol"/>
              <a:buChar char=""/>
            </a:pPr>
            <a:r>
              <a:rPr lang="es-ES" sz="3200" b="1" i="1" strike="noStrike" spc="-1">
                <a:solidFill>
                  <a:srgbClr val="000000"/>
                </a:solidFill>
                <a:latin typeface="Arial"/>
                <a:ea typeface="DejaVu Sans"/>
              </a:rPr>
              <a:t>mod_info</a:t>
            </a:r>
            <a:r>
              <a:rPr lang="es-ES" sz="3200" b="0" strike="noStrike" spc="-1">
                <a:solidFill>
                  <a:srgbClr val="000000"/>
                </a:solidFill>
                <a:latin typeface="Arial"/>
                <a:ea typeface="DejaVu Sans"/>
              </a:rPr>
              <a:t>. Proporciona una vista resumida sobre la configuración del servidor. Hay que activar el módulo. Pasos a seguir:</a:t>
            </a:r>
            <a:endParaRPr lang="es-ES" sz="3200" b="0" strike="noStrike" spc="-1">
              <a:latin typeface="Arial"/>
            </a:endParaRPr>
          </a:p>
          <a:p>
            <a:pPr marL="743040" lvl="1" indent="-284760" algn="just">
              <a:lnSpc>
                <a:spcPct val="100000"/>
              </a:lnSpc>
              <a:spcBef>
                <a:spcPts val="561"/>
              </a:spcBef>
              <a:buClr>
                <a:srgbClr val="000000"/>
              </a:buClr>
              <a:buFont typeface="Arial"/>
              <a:buChar char="•"/>
            </a:pPr>
            <a:r>
              <a:rPr lang="es-ES" sz="2800" b="0" strike="noStrike" spc="-1">
                <a:solidFill>
                  <a:srgbClr val="000000"/>
                </a:solidFill>
                <a:latin typeface="Arial"/>
                <a:ea typeface="DejaVu Sans"/>
              </a:rPr>
              <a:t>Habilitar módulo si no está habilitado:</a:t>
            </a:r>
            <a:endParaRPr lang="es-ES" sz="2800" b="0" strike="noStrike" spc="-1">
              <a:latin typeface="Arial"/>
            </a:endParaRPr>
          </a:p>
          <a:p>
            <a:pPr marL="457200" algn="just">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sudo a2enmod info</a:t>
            </a:r>
            <a:endParaRPr lang="es-ES" sz="2800" b="0" strike="noStrike" spc="-1">
              <a:latin typeface="Arial"/>
            </a:endParaRPr>
          </a:p>
          <a:p>
            <a:pPr marL="743040" lvl="1" indent="-284760" algn="just">
              <a:lnSpc>
                <a:spcPct val="100000"/>
              </a:lnSpc>
              <a:spcBef>
                <a:spcPts val="561"/>
              </a:spcBef>
              <a:buClr>
                <a:srgbClr val="000000"/>
              </a:buClr>
              <a:buFont typeface="Arial"/>
              <a:buChar char="•"/>
            </a:pPr>
            <a:r>
              <a:rPr lang="es-ES" sz="2800" b="0" strike="noStrike" spc="-1">
                <a:solidFill>
                  <a:srgbClr val="000000"/>
                </a:solidFill>
                <a:latin typeface="Arial"/>
                <a:ea typeface="DejaVu Sans"/>
              </a:rPr>
              <a:t>Editar el fichero de configuración del módulo </a:t>
            </a:r>
            <a:r>
              <a:rPr lang="es-ES" sz="2800" b="1" strike="noStrike" spc="-1">
                <a:solidFill>
                  <a:srgbClr val="000000"/>
                </a:solidFill>
                <a:latin typeface="Arial"/>
                <a:ea typeface="DejaVu Sans"/>
              </a:rPr>
              <a:t>/etc/apache2/mods-enabled/info.conf</a:t>
            </a:r>
            <a:r>
              <a:rPr lang="es-ES" sz="2800" b="0" strike="noStrike" spc="-1">
                <a:solidFill>
                  <a:srgbClr val="000000"/>
                </a:solidFill>
                <a:latin typeface="Arial"/>
                <a:ea typeface="DejaVu Sans"/>
              </a:rPr>
              <a:t>	y habilitar el acceso a </a:t>
            </a:r>
            <a:r>
              <a:rPr lang="es-ES" sz="2800" b="0" i="1" strike="noStrike" spc="-1">
                <a:solidFill>
                  <a:srgbClr val="000000"/>
                </a:solidFill>
                <a:latin typeface="Arial"/>
                <a:ea typeface="DejaVu Sans"/>
              </a:rPr>
              <a:t>/server-status </a:t>
            </a:r>
            <a:r>
              <a:rPr lang="es-ES" sz="2800" b="0" strike="noStrike" spc="-1">
                <a:solidFill>
                  <a:srgbClr val="000000"/>
                </a:solidFill>
                <a:latin typeface="Arial"/>
                <a:ea typeface="DejaVu Sans"/>
              </a:rPr>
              <a:t>desde </a:t>
            </a:r>
            <a:r>
              <a:rPr lang="es-ES" sz="2800" b="1" strike="noStrike" spc="-1">
                <a:solidFill>
                  <a:srgbClr val="000000"/>
                </a:solidFill>
                <a:latin typeface="Arial"/>
                <a:ea typeface="DejaVu Sans"/>
              </a:rPr>
              <a:t>Windows</a:t>
            </a:r>
            <a:r>
              <a:rPr lang="es-ES" sz="2800" b="0" strike="noStrike" spc="-1">
                <a:solidFill>
                  <a:srgbClr val="000000"/>
                </a:solidFill>
                <a:latin typeface="Arial"/>
                <a:ea typeface="DejaVu Sans"/>
              </a:rPr>
              <a:t>:</a:t>
            </a:r>
            <a:endParaRPr lang="es-ES" sz="2800" b="0" strike="noStrike" spc="-1">
              <a:latin typeface="Arial"/>
            </a:endParaRPr>
          </a:p>
          <a:p>
            <a:pPr>
              <a:lnSpc>
                <a:spcPct val="100000"/>
              </a:lnSpc>
            </a:pPr>
            <a:endParaRPr lang="es-ES" sz="2800" b="0" strike="noStrike" spc="-1">
              <a:latin typeface="Arial"/>
            </a:endParaRPr>
          </a:p>
          <a:p>
            <a:pPr>
              <a:lnSpc>
                <a:spcPct val="100000"/>
              </a:lnSpc>
              <a:spcBef>
                <a:spcPts val="641"/>
              </a:spcBef>
            </a:pPr>
            <a:endParaRPr lang="es-ES" sz="2800" b="0" strike="noStrike" spc="-1">
              <a:latin typeface="Arial"/>
            </a:endParaRPr>
          </a:p>
        </p:txBody>
      </p:sp>
      <p:sp>
        <p:nvSpPr>
          <p:cNvPr id="40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0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D8EB9E0-A5E3-494C-81B6-ABA060BFABC0}" type="slidenum">
              <a:rPr lang="es-ES" sz="1200" b="0" i="1" strike="noStrike" spc="-1">
                <a:solidFill>
                  <a:srgbClr val="91E614"/>
                </a:solidFill>
                <a:latin typeface="Century Gothic"/>
                <a:ea typeface="DejaVu Sans"/>
              </a:rPr>
              <a:t>72</a:t>
            </a:fld>
            <a:endParaRPr lang="es-ES" sz="1200" b="0" strike="noStrike" spc="-1">
              <a:latin typeface="Arial"/>
            </a:endParaRPr>
          </a:p>
        </p:txBody>
      </p:sp>
      <p:pic>
        <p:nvPicPr>
          <p:cNvPr id="403" name="Imagen 2"/>
          <p:cNvPicPr/>
          <p:nvPr/>
        </p:nvPicPr>
        <p:blipFill>
          <a:blip r:embed="rId3"/>
          <a:stretch/>
        </p:blipFill>
        <p:spPr>
          <a:xfrm>
            <a:off x="4140000" y="5085000"/>
            <a:ext cx="4462920" cy="1508040"/>
          </a:xfrm>
          <a:prstGeom prst="rect">
            <a:avLst/>
          </a:prstGeom>
          <a:ln>
            <a:noFill/>
          </a:ln>
        </p:spPr>
      </p:pic>
      <p:pic>
        <p:nvPicPr>
          <p:cNvPr id="404" name="Imagen 5"/>
          <p:cNvPicPr/>
          <p:nvPr/>
        </p:nvPicPr>
        <p:blipFill>
          <a:blip r:embed="rId4"/>
          <a:stretch/>
        </p:blipFill>
        <p:spPr>
          <a:xfrm>
            <a:off x="4716000" y="5805360"/>
            <a:ext cx="4102920" cy="3589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Módulos para monitorizar el servidor</a:t>
            </a:r>
            <a:endParaRPr lang="es-ES" sz="3400" b="0" strike="noStrike" spc="-1">
              <a:latin typeface="Arial"/>
            </a:endParaRPr>
          </a:p>
        </p:txBody>
      </p:sp>
      <p:sp>
        <p:nvSpPr>
          <p:cNvPr id="40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Reinicia el servidor:</a:t>
            </a:r>
            <a:endParaRPr lang="es-ES" sz="32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 sudo service apache2 restart</a:t>
            </a:r>
            <a:endParaRPr lang="es-ES" sz="2800" b="0" strike="noStrike" spc="-1">
              <a:latin typeface="Arial"/>
            </a:endParaRPr>
          </a:p>
          <a:p>
            <a:pPr marL="343080" indent="-342000" algn="just">
              <a:lnSpc>
                <a:spcPct val="100000"/>
              </a:lnSpc>
              <a:spcBef>
                <a:spcPts val="561"/>
              </a:spcBef>
              <a:buClr>
                <a:srgbClr val="000000"/>
              </a:buClr>
              <a:buFont typeface="Arial"/>
              <a:buChar char="•"/>
            </a:pPr>
            <a:r>
              <a:rPr lang="es-ES" sz="2800" b="0" strike="noStrike" spc="-1">
                <a:solidFill>
                  <a:srgbClr val="000000"/>
                </a:solidFill>
                <a:latin typeface="Arial"/>
                <a:ea typeface="DejaVu Sans"/>
              </a:rPr>
              <a:t>Desde </a:t>
            </a:r>
            <a:r>
              <a:rPr lang="es-ES" sz="2800" b="1" strike="noStrike" spc="-1">
                <a:solidFill>
                  <a:srgbClr val="000000"/>
                </a:solidFill>
                <a:latin typeface="Arial"/>
                <a:ea typeface="DejaVu Sans"/>
              </a:rPr>
              <a:t>Windows</a:t>
            </a:r>
            <a:r>
              <a:rPr lang="es-ES" sz="2800" b="0" strike="noStrike" spc="-1">
                <a:solidFill>
                  <a:srgbClr val="000000"/>
                </a:solidFill>
                <a:latin typeface="Arial"/>
                <a:ea typeface="DejaVu Sans"/>
              </a:rPr>
              <a:t> conectarse a </a:t>
            </a:r>
            <a:r>
              <a:rPr lang="es-ES" sz="2800" b="1" strike="noStrike" spc="-1">
                <a:solidFill>
                  <a:srgbClr val="000000"/>
                </a:solidFill>
                <a:latin typeface="Arial"/>
                <a:ea typeface="DejaVu Sans"/>
              </a:rPr>
              <a:t>//192.168.37.XX/server-info</a:t>
            </a:r>
            <a:r>
              <a:rPr lang="es-ES" sz="2800" b="0" strike="noStrike" spc="-1">
                <a:solidFill>
                  <a:srgbClr val="000000"/>
                </a:solidFill>
                <a:latin typeface="Arial"/>
                <a:ea typeface="DejaVu Sans"/>
              </a:rPr>
              <a:t>:</a:t>
            </a:r>
            <a:endParaRPr lang="es-ES" sz="2800" b="0" strike="noStrike" spc="-1">
              <a:latin typeface="Arial"/>
            </a:endParaRPr>
          </a:p>
          <a:p>
            <a:pPr algn="just">
              <a:lnSpc>
                <a:spcPct val="100000"/>
              </a:lnSpc>
              <a:spcBef>
                <a:spcPts val="561"/>
              </a:spcBef>
            </a:pPr>
            <a:endParaRPr lang="es-ES" sz="2800" b="0" strike="noStrike" spc="-1">
              <a:latin typeface="Arial"/>
            </a:endParaRPr>
          </a:p>
          <a:p>
            <a:pPr algn="just">
              <a:lnSpc>
                <a:spcPct val="100000"/>
              </a:lnSpc>
              <a:spcBef>
                <a:spcPts val="561"/>
              </a:spcBef>
            </a:pPr>
            <a:endParaRPr lang="es-ES" sz="28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	</a:t>
            </a:r>
            <a:endParaRPr lang="es-ES" sz="2800" b="0" strike="noStrike" spc="-1">
              <a:latin typeface="Arial"/>
            </a:endParaRPr>
          </a:p>
          <a:p>
            <a:pPr algn="just">
              <a:lnSpc>
                <a:spcPct val="100000"/>
              </a:lnSpc>
              <a:spcBef>
                <a:spcPts val="561"/>
              </a:spcBef>
            </a:pPr>
            <a:endParaRPr lang="es-ES" sz="2800" b="0" strike="noStrike" spc="-1">
              <a:latin typeface="Arial"/>
            </a:endParaRPr>
          </a:p>
          <a:p>
            <a:pPr marL="343080" indent="-342000">
              <a:lnSpc>
                <a:spcPct val="100000"/>
              </a:lnSpc>
              <a:spcBef>
                <a:spcPts val="641"/>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40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0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F49B97EC-2132-4972-B094-4CC3A6B4598F}" type="slidenum">
              <a:rPr lang="es-ES" sz="1200" b="0" i="1" strike="noStrike" spc="-1">
                <a:solidFill>
                  <a:srgbClr val="91E614"/>
                </a:solidFill>
                <a:latin typeface="Century Gothic"/>
                <a:ea typeface="DejaVu Sans"/>
              </a:rPr>
              <a:t>73</a:t>
            </a:fld>
            <a:endParaRPr lang="es-ES" sz="1200" b="0" strike="noStrike" spc="-1">
              <a:latin typeface="Arial"/>
            </a:endParaRPr>
          </a:p>
        </p:txBody>
      </p:sp>
      <p:pic>
        <p:nvPicPr>
          <p:cNvPr id="409" name="Imagen 2"/>
          <p:cNvPicPr/>
          <p:nvPr/>
        </p:nvPicPr>
        <p:blipFill>
          <a:blip r:embed="rId3"/>
          <a:stretch/>
        </p:blipFill>
        <p:spPr>
          <a:xfrm>
            <a:off x="1506960" y="3166560"/>
            <a:ext cx="5957640" cy="34254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dirty="0">
                <a:solidFill>
                  <a:srgbClr val="66FF33"/>
                </a:solidFill>
                <a:latin typeface="Century Gothic"/>
                <a:ea typeface="DejaVu Sans"/>
              </a:rPr>
              <a:t>TEMA 5. MONITORIZACIÓN. Analizadores de </a:t>
            </a:r>
            <a:r>
              <a:rPr lang="es-ES" sz="3400" b="1" strike="noStrike" spc="-1" dirty="0" err="1">
                <a:solidFill>
                  <a:srgbClr val="66FF33"/>
                </a:solidFill>
                <a:latin typeface="Century Gothic"/>
                <a:ea typeface="DejaVu Sans"/>
              </a:rPr>
              <a:t>logs</a:t>
            </a:r>
            <a:endParaRPr lang="es-ES" sz="3400" b="0" strike="noStrike" spc="-1" dirty="0">
              <a:latin typeface="Arial"/>
            </a:endParaRPr>
          </a:p>
        </p:txBody>
      </p:sp>
      <p:sp>
        <p:nvSpPr>
          <p:cNvPr id="41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buClr>
                <a:srgbClr val="000000"/>
              </a:buClr>
              <a:buFont typeface="Symbol"/>
              <a:buChar char=""/>
            </a:pPr>
            <a:r>
              <a:rPr lang="es-ES" sz="3600" b="1" strike="noStrike" spc="-1" dirty="0" err="1">
                <a:solidFill>
                  <a:srgbClr val="000000"/>
                </a:solidFill>
                <a:latin typeface="Arial"/>
                <a:ea typeface="DejaVu Sans"/>
              </a:rPr>
              <a:t>Webalizer</a:t>
            </a:r>
            <a:r>
              <a:rPr lang="es-ES" sz="3600" b="0" strike="noStrike" spc="-1" dirty="0">
                <a:solidFill>
                  <a:srgbClr val="000000"/>
                </a:solidFill>
                <a:latin typeface="Arial"/>
                <a:ea typeface="DejaVu Sans"/>
              </a:rPr>
              <a:t> (http://www.webalizer.org/)</a:t>
            </a:r>
            <a:endParaRPr lang="es-ES" sz="3600" b="0" strike="noStrike" spc="-1" dirty="0">
              <a:latin typeface="Arial"/>
            </a:endParaRPr>
          </a:p>
          <a:p>
            <a:pPr marL="343080" indent="-342000">
              <a:lnSpc>
                <a:spcPct val="100000"/>
              </a:lnSpc>
              <a:spcBef>
                <a:spcPts val="720"/>
              </a:spcBef>
              <a:buClr>
                <a:srgbClr val="000000"/>
              </a:buClr>
              <a:buFont typeface="Symbol"/>
              <a:buChar char=""/>
            </a:pPr>
            <a:r>
              <a:rPr lang="es-ES" sz="3600" b="0" strike="noStrike" spc="-1" dirty="0">
                <a:solidFill>
                  <a:srgbClr val="000000"/>
                </a:solidFill>
                <a:latin typeface="Arial"/>
                <a:ea typeface="DejaVu Sans"/>
              </a:rPr>
              <a:t> </a:t>
            </a:r>
            <a:r>
              <a:rPr lang="es-ES" sz="3600" b="1" strike="noStrike" spc="-1" dirty="0" err="1">
                <a:solidFill>
                  <a:srgbClr val="000000"/>
                </a:solidFill>
                <a:latin typeface="Arial"/>
                <a:ea typeface="DejaVu Sans"/>
              </a:rPr>
              <a:t>Awstats</a:t>
            </a:r>
            <a:r>
              <a:rPr lang="es-ES" sz="3600" b="0" strike="noStrike" spc="-1" dirty="0">
                <a:solidFill>
                  <a:srgbClr val="000000"/>
                </a:solidFill>
                <a:latin typeface="Arial"/>
                <a:ea typeface="DejaVu Sans"/>
              </a:rPr>
              <a:t> (http://www.awstats.org/)</a:t>
            </a:r>
            <a:endParaRPr lang="es-ES" sz="3600" b="0" strike="noStrike" spc="-1" dirty="0">
              <a:latin typeface="Arial"/>
            </a:endParaRPr>
          </a:p>
          <a:p>
            <a:pPr marL="343080" indent="-342000">
              <a:lnSpc>
                <a:spcPct val="100000"/>
              </a:lnSpc>
              <a:spcBef>
                <a:spcPts val="720"/>
              </a:spcBef>
              <a:buClr>
                <a:srgbClr val="000000"/>
              </a:buClr>
              <a:buFont typeface="Symbol"/>
              <a:buChar char=""/>
            </a:pPr>
            <a:r>
              <a:rPr lang="es-ES" sz="3600" b="0" strike="noStrike" spc="-1" dirty="0">
                <a:solidFill>
                  <a:srgbClr val="000000"/>
                </a:solidFill>
                <a:latin typeface="Arial"/>
                <a:ea typeface="DejaVu Sans"/>
              </a:rPr>
              <a:t> </a:t>
            </a:r>
            <a:r>
              <a:rPr lang="es-ES" sz="3600" b="1" strike="noStrike" spc="-1" dirty="0" err="1">
                <a:solidFill>
                  <a:srgbClr val="000000"/>
                </a:solidFill>
                <a:latin typeface="Arial"/>
                <a:ea typeface="DejaVu Sans"/>
              </a:rPr>
              <a:t>Visitors</a:t>
            </a:r>
            <a:r>
              <a:rPr lang="es-ES" sz="3600" b="0" strike="noStrike" spc="-1" dirty="0">
                <a:solidFill>
                  <a:srgbClr val="000000"/>
                </a:solidFill>
                <a:latin typeface="Arial"/>
                <a:ea typeface="DejaVu Sans"/>
              </a:rPr>
              <a:t> (http://www.hping.org/visitors/)</a:t>
            </a:r>
            <a:endParaRPr lang="es-ES" sz="3600" b="0" strike="noStrike" spc="-1" dirty="0">
              <a:latin typeface="Arial"/>
            </a:endParaRPr>
          </a:p>
          <a:p>
            <a:pPr marL="343080" indent="-342000">
              <a:lnSpc>
                <a:spcPct val="100000"/>
              </a:lnSpc>
              <a:spcBef>
                <a:spcPts val="720"/>
              </a:spcBef>
              <a:buClr>
                <a:srgbClr val="000000"/>
              </a:buClr>
              <a:buFont typeface="Symbol"/>
              <a:buChar char=""/>
            </a:pPr>
            <a:r>
              <a:rPr lang="es-ES" sz="3600" b="0" strike="noStrike" spc="-1" dirty="0">
                <a:solidFill>
                  <a:srgbClr val="000000"/>
                </a:solidFill>
                <a:latin typeface="Arial"/>
                <a:ea typeface="DejaVu Sans"/>
              </a:rPr>
              <a:t> </a:t>
            </a:r>
            <a:r>
              <a:rPr lang="es-ES" sz="3600" b="1" strike="noStrike" spc="-1" dirty="0" err="1">
                <a:solidFill>
                  <a:srgbClr val="000000"/>
                </a:solidFill>
                <a:latin typeface="Arial"/>
                <a:ea typeface="DejaVu Sans"/>
              </a:rPr>
              <a:t>Analog</a:t>
            </a:r>
            <a:r>
              <a:rPr lang="es-ES" sz="3600" b="0" strike="noStrike" spc="-1" dirty="0">
                <a:solidFill>
                  <a:srgbClr val="000000"/>
                </a:solidFill>
                <a:latin typeface="Arial"/>
                <a:ea typeface="DejaVu Sans"/>
              </a:rPr>
              <a:t> (http://www.analog.cx/)</a:t>
            </a:r>
            <a:endParaRPr lang="es-ES" sz="3600" b="0" strike="noStrike" spc="-1" dirty="0">
              <a:latin typeface="Arial"/>
            </a:endParaRPr>
          </a:p>
          <a:p>
            <a:pPr>
              <a:lnSpc>
                <a:spcPct val="100000"/>
              </a:lnSpc>
              <a:spcBef>
                <a:spcPts val="459"/>
              </a:spcBef>
            </a:pPr>
            <a:endParaRPr lang="es-ES" sz="3600" b="0" strike="noStrike" spc="-1" dirty="0">
              <a:latin typeface="Arial"/>
            </a:endParaRPr>
          </a:p>
          <a:p>
            <a:pPr>
              <a:lnSpc>
                <a:spcPct val="100000"/>
              </a:lnSpc>
              <a:spcBef>
                <a:spcPts val="459"/>
              </a:spcBef>
            </a:pPr>
            <a:endParaRPr lang="es-ES" sz="3600" b="0" strike="noStrike" spc="-1" dirty="0">
              <a:latin typeface="Arial"/>
            </a:endParaRPr>
          </a:p>
          <a:p>
            <a:pPr>
              <a:lnSpc>
                <a:spcPct val="100000"/>
              </a:lnSpc>
              <a:spcBef>
                <a:spcPts val="459"/>
              </a:spcBef>
            </a:pPr>
            <a:endParaRPr lang="es-ES" sz="3600" b="0" strike="noStrike" spc="-1" dirty="0">
              <a:latin typeface="Arial"/>
            </a:endParaRPr>
          </a:p>
        </p:txBody>
      </p:sp>
      <p:sp>
        <p:nvSpPr>
          <p:cNvPr id="41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1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FB938576-3D99-4ECA-87A5-6FA082A66677}" type="slidenum">
              <a:rPr lang="es-ES" sz="1200" b="0" i="1" strike="noStrike" spc="-1">
                <a:solidFill>
                  <a:srgbClr val="91E614"/>
                </a:solidFill>
                <a:latin typeface="Century Gothic"/>
                <a:ea typeface="DejaVu Sans"/>
              </a:rPr>
              <a:t>74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a:t>
            </a:r>
            <a:endParaRPr lang="es-ES" sz="3400" b="0" strike="noStrike" spc="-1">
              <a:latin typeface="Arial"/>
            </a:endParaRPr>
          </a:p>
        </p:txBody>
      </p:sp>
      <p:sp>
        <p:nvSpPr>
          <p:cNvPr id="41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720"/>
              </a:spcBef>
            </a:pPr>
            <a:r>
              <a:rPr lang="es-ES" sz="3600" b="1" strike="noStrike" spc="-1">
                <a:solidFill>
                  <a:srgbClr val="000000"/>
                </a:solidFill>
                <a:latin typeface="Arial"/>
                <a:ea typeface="DejaVu Sans"/>
              </a:rPr>
              <a:t>Webalizer</a:t>
            </a:r>
            <a:r>
              <a:rPr lang="es-ES" sz="3600" b="0" strike="noStrike" spc="-1">
                <a:solidFill>
                  <a:srgbClr val="000000"/>
                </a:solidFill>
                <a:latin typeface="Arial"/>
                <a:ea typeface="DejaVu Sans"/>
              </a:rPr>
              <a:t> es un programa que previo análisis del fichero de accesos, genera informes del sitio web. Gracias a esos informes, podemos observar, entre otras cosas, el número de personas que han visitado el sitio web donde se vaya a instalar (o ejecutar) </a:t>
            </a:r>
            <a:r>
              <a:rPr lang="es-ES" sz="3600" b="0" i="1" strike="noStrike" spc="-1">
                <a:solidFill>
                  <a:srgbClr val="000000"/>
                </a:solidFill>
                <a:latin typeface="Arial"/>
                <a:ea typeface="DejaVu Sans"/>
              </a:rPr>
              <a:t>webalizer</a:t>
            </a:r>
            <a:r>
              <a:rPr lang="es-ES" sz="3600" b="0" strike="noStrike" spc="-1">
                <a:solidFill>
                  <a:srgbClr val="000000"/>
                </a:solidFill>
                <a:latin typeface="Arial"/>
                <a:ea typeface="DejaVu Sans"/>
              </a:rPr>
              <a:t>. Este programa no sólo nos da los informes cuantitativos, si no que también nos da 		informes gráficos.</a:t>
            </a:r>
            <a:endParaRPr lang="es-ES" sz="3600" b="0" strike="noStrike" spc="-1">
              <a:latin typeface="Arial"/>
            </a:endParaRPr>
          </a:p>
          <a:p>
            <a:pPr>
              <a:lnSpc>
                <a:spcPct val="100000"/>
              </a:lnSpc>
              <a:spcBef>
                <a:spcPts val="459"/>
              </a:spcBef>
            </a:pPr>
            <a:endParaRPr lang="es-ES" sz="3600" b="0" strike="noStrike" spc="-1">
              <a:latin typeface="Arial"/>
            </a:endParaRPr>
          </a:p>
          <a:p>
            <a:pPr>
              <a:lnSpc>
                <a:spcPct val="100000"/>
              </a:lnSpc>
              <a:spcBef>
                <a:spcPts val="459"/>
              </a:spcBef>
            </a:pPr>
            <a:endParaRPr lang="es-ES" sz="3600" b="0" strike="noStrike" spc="-1">
              <a:latin typeface="Arial"/>
            </a:endParaRPr>
          </a:p>
        </p:txBody>
      </p:sp>
      <p:sp>
        <p:nvSpPr>
          <p:cNvPr id="41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1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A6D1178-A66F-4142-BFA2-FDD1F1BA9747}" type="slidenum">
              <a:rPr lang="es-ES" sz="1200" b="0" i="1" strike="noStrike" spc="-1">
                <a:solidFill>
                  <a:srgbClr val="91E614"/>
                </a:solidFill>
                <a:latin typeface="Century Gothic"/>
                <a:ea typeface="DejaVu Sans"/>
              </a:rPr>
              <a:t>75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a:t>
            </a:r>
            <a:endParaRPr lang="es-ES" sz="3400" b="0" strike="noStrike" spc="-1">
              <a:latin typeface="Arial"/>
            </a:endParaRPr>
          </a:p>
        </p:txBody>
      </p:sp>
      <p:sp>
        <p:nvSpPr>
          <p:cNvPr id="419" name="CustomShape 2"/>
          <p:cNvSpPr/>
          <p:nvPr/>
        </p:nvSpPr>
        <p:spPr>
          <a:xfrm>
            <a:off x="0" y="10573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00"/>
              </a:spcBef>
            </a:pPr>
            <a:r>
              <a:rPr lang="es-ES" sz="2000" b="0" strike="noStrike" spc="-1">
                <a:solidFill>
                  <a:srgbClr val="000000"/>
                </a:solidFill>
                <a:latin typeface="Arial"/>
                <a:ea typeface="DejaVu Sans"/>
              </a:rPr>
              <a:t>El contenido del fichero </a:t>
            </a:r>
            <a:r>
              <a:rPr lang="es-ES" sz="2000" b="1" i="1" strike="noStrike" spc="-1">
                <a:solidFill>
                  <a:srgbClr val="000000"/>
                </a:solidFill>
                <a:latin typeface="Arial"/>
                <a:ea typeface="DejaVu Sans"/>
              </a:rPr>
              <a:t>/etc/webalizer/webalizer.conf</a:t>
            </a:r>
            <a:r>
              <a:rPr lang="es-ES" sz="2000" b="0" strike="noStrike" spc="-1">
                <a:solidFill>
                  <a:srgbClr val="000000"/>
                </a:solidFill>
                <a:latin typeface="Arial"/>
                <a:ea typeface="DejaVu Sans"/>
              </a:rPr>
              <a:t> es similar al siguiente:</a:t>
            </a:r>
            <a:endParaRPr lang="es-ES" sz="2000" b="0" strike="noStrike" spc="-1">
              <a:latin typeface="Arial"/>
            </a:endParaRPr>
          </a:p>
          <a:p>
            <a:pPr>
              <a:lnSpc>
                <a:spcPct val="100000"/>
              </a:lnSpc>
              <a:spcBef>
                <a:spcPts val="400"/>
              </a:spcBef>
            </a:pPr>
            <a:endParaRPr lang="es-ES" sz="2000" b="0" strike="noStrike" spc="-1">
              <a:latin typeface="Arial"/>
            </a:endParaRPr>
          </a:p>
          <a:p>
            <a:pPr>
              <a:lnSpc>
                <a:spcPct val="100000"/>
              </a:lnSpc>
              <a:spcBef>
                <a:spcPts val="459"/>
              </a:spcBef>
            </a:pPr>
            <a:endParaRPr lang="es-ES" sz="2000" b="0" strike="noStrike" spc="-1">
              <a:latin typeface="Arial"/>
            </a:endParaRPr>
          </a:p>
          <a:p>
            <a:pPr>
              <a:lnSpc>
                <a:spcPct val="100000"/>
              </a:lnSpc>
              <a:spcBef>
                <a:spcPts val="459"/>
              </a:spcBef>
            </a:pPr>
            <a:endParaRPr lang="es-ES" sz="2000" b="0" strike="noStrike" spc="-1">
              <a:latin typeface="Arial"/>
            </a:endParaRPr>
          </a:p>
        </p:txBody>
      </p:sp>
      <p:sp>
        <p:nvSpPr>
          <p:cNvPr id="42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2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6F34DA6-ACBB-445A-B41D-777E3A1DF334}" type="slidenum">
              <a:rPr lang="es-ES" sz="1200" b="0" i="1" strike="noStrike" spc="-1">
                <a:solidFill>
                  <a:srgbClr val="91E614"/>
                </a:solidFill>
                <a:latin typeface="Century Gothic"/>
                <a:ea typeface="DejaVu Sans"/>
              </a:rPr>
              <a:t>76</a:t>
            </a:fld>
            <a:endParaRPr lang="es-ES" sz="1200" b="0" strike="noStrike" spc="-1">
              <a:latin typeface="Arial"/>
            </a:endParaRPr>
          </a:p>
        </p:txBody>
      </p:sp>
      <p:pic>
        <p:nvPicPr>
          <p:cNvPr id="422" name="Imagen 5"/>
          <p:cNvPicPr/>
          <p:nvPr/>
        </p:nvPicPr>
        <p:blipFill>
          <a:blip r:embed="rId3"/>
          <a:stretch/>
        </p:blipFill>
        <p:spPr>
          <a:xfrm>
            <a:off x="395640" y="1917000"/>
            <a:ext cx="8051400" cy="13071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a:t>
            </a:r>
            <a:endParaRPr lang="es-ES" sz="3400" b="0" strike="noStrike" spc="-1">
              <a:latin typeface="Arial"/>
            </a:endParaRPr>
          </a:p>
        </p:txBody>
      </p:sp>
      <p:sp>
        <p:nvSpPr>
          <p:cNvPr id="424"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400"/>
              </a:spcBef>
              <a:buClr>
                <a:srgbClr val="000000"/>
              </a:buClr>
              <a:buFont typeface="Symbol"/>
              <a:buChar char=""/>
            </a:pPr>
            <a:r>
              <a:rPr lang="es-ES" sz="2000" b="0" u="sng" strike="noStrike" spc="-1" dirty="0" err="1">
                <a:solidFill>
                  <a:srgbClr val="000000"/>
                </a:solidFill>
                <a:uFillTx/>
                <a:latin typeface="Arial"/>
                <a:ea typeface="DejaVu Sans"/>
              </a:rPr>
              <a:t>LogFile</a:t>
            </a:r>
            <a:r>
              <a:rPr lang="es-ES" sz="2000" b="0" u="sng" strike="noStrike" spc="-1" dirty="0">
                <a:solidFill>
                  <a:srgbClr val="000000"/>
                </a:solidFill>
                <a:uFillTx/>
                <a:latin typeface="Arial"/>
                <a:ea typeface="DejaVu Sans"/>
              </a:rPr>
              <a:t>  /</a:t>
            </a:r>
            <a:r>
              <a:rPr lang="es-ES" sz="2000" b="0" u="sng" strike="noStrike" spc="-1" dirty="0" err="1">
                <a:solidFill>
                  <a:srgbClr val="000000"/>
                </a:solidFill>
                <a:uFillTx/>
                <a:latin typeface="Arial"/>
                <a:ea typeface="DejaVu Sans"/>
              </a:rPr>
              <a:t>var</a:t>
            </a:r>
            <a:r>
              <a:rPr lang="es-ES" sz="2000" b="0" u="sng" strike="noStrike" spc="-1" dirty="0">
                <a:solidFill>
                  <a:srgbClr val="000000"/>
                </a:solidFill>
                <a:uFillTx/>
                <a:latin typeface="Arial"/>
                <a:ea typeface="DejaVu Sans"/>
              </a:rPr>
              <a:t>/log/apache2/access.log.1</a:t>
            </a:r>
            <a:r>
              <a:rPr lang="es-ES" sz="2000" b="0" strike="noStrike" spc="-1" dirty="0">
                <a:solidFill>
                  <a:srgbClr val="000000"/>
                </a:solidFill>
                <a:latin typeface="Arial"/>
                <a:ea typeface="DejaVu Sans"/>
              </a:rPr>
              <a:t>": Aquí es donde especificamos el lugar donde se encuentran los informes de las personas que acceden a nuestra web. Estos informes los guarda nuestro servidor web. </a:t>
            </a:r>
            <a:r>
              <a:rPr lang="es-ES" sz="2000" b="0" strike="noStrike" spc="-1" dirty="0" err="1">
                <a:solidFill>
                  <a:srgbClr val="000000"/>
                </a:solidFill>
                <a:latin typeface="Arial"/>
                <a:ea typeface="DejaVu Sans"/>
              </a:rPr>
              <a:t>Webalizer</a:t>
            </a:r>
            <a:r>
              <a:rPr lang="es-ES" sz="2000" b="0" strike="noStrike" spc="-1" dirty="0">
                <a:solidFill>
                  <a:srgbClr val="000000"/>
                </a:solidFill>
                <a:latin typeface="Arial"/>
                <a:ea typeface="DejaVu Sans"/>
              </a:rPr>
              <a:t> necesita saber dónde están esos informes para saber quienes han entrado, con qué navegadores y muchas otras cosas mas.</a:t>
            </a:r>
            <a:endParaRPr lang="es-ES" sz="2000" b="0" strike="noStrike" spc="-1" dirty="0">
              <a:latin typeface="Arial"/>
            </a:endParaRPr>
          </a:p>
          <a:p>
            <a:pPr marL="343080" indent="-342000" algn="just">
              <a:lnSpc>
                <a:spcPct val="100000"/>
              </a:lnSpc>
              <a:spcBef>
                <a:spcPts val="400"/>
              </a:spcBef>
              <a:buClr>
                <a:srgbClr val="000000"/>
              </a:buClr>
              <a:buFont typeface="Symbol"/>
              <a:buChar char=""/>
            </a:pPr>
            <a:r>
              <a:rPr lang="es-ES" sz="2000" b="0" strike="noStrike" spc="-1" dirty="0">
                <a:solidFill>
                  <a:srgbClr val="000000"/>
                </a:solidFill>
                <a:latin typeface="Arial"/>
                <a:ea typeface="DejaVu Sans"/>
              </a:rPr>
              <a:t>"</a:t>
            </a:r>
            <a:r>
              <a:rPr lang="es-ES" sz="2000" b="0" u="sng" strike="noStrike" spc="-1" dirty="0" err="1">
                <a:solidFill>
                  <a:srgbClr val="000000"/>
                </a:solidFill>
                <a:uFillTx/>
                <a:latin typeface="Arial"/>
                <a:ea typeface="DejaVu Sans"/>
              </a:rPr>
              <a:t>OutputDir</a:t>
            </a:r>
            <a:r>
              <a:rPr lang="es-ES" sz="2000" b="0" u="sng" strike="noStrike" spc="-1" dirty="0">
                <a:solidFill>
                  <a:srgbClr val="000000"/>
                </a:solidFill>
                <a:uFillTx/>
                <a:latin typeface="Arial"/>
                <a:ea typeface="DejaVu Sans"/>
              </a:rPr>
              <a:t> /</a:t>
            </a:r>
            <a:r>
              <a:rPr lang="es-ES" sz="2000" b="0" u="sng" strike="noStrike" spc="-1" dirty="0" err="1">
                <a:solidFill>
                  <a:srgbClr val="000000"/>
                </a:solidFill>
                <a:uFillTx/>
                <a:latin typeface="Arial"/>
                <a:ea typeface="DejaVu Sans"/>
              </a:rPr>
              <a:t>var</a:t>
            </a:r>
            <a:r>
              <a:rPr lang="es-ES" sz="2000" b="0" u="sng" strike="noStrike" spc="-1" dirty="0">
                <a:solidFill>
                  <a:srgbClr val="000000"/>
                </a:solidFill>
                <a:uFillTx/>
                <a:latin typeface="Arial"/>
                <a:ea typeface="DejaVu Sans"/>
              </a:rPr>
              <a:t>/www/</a:t>
            </a:r>
            <a:r>
              <a:rPr lang="es-ES" sz="2000" b="0" u="sng" strike="noStrike" spc="-1" dirty="0" err="1">
                <a:solidFill>
                  <a:srgbClr val="000000"/>
                </a:solidFill>
                <a:uFillTx/>
                <a:latin typeface="Arial"/>
                <a:ea typeface="DejaVu Sans"/>
              </a:rPr>
              <a:t>html</a:t>
            </a:r>
            <a:r>
              <a:rPr lang="es-ES" sz="2000" b="0" u="sng" strike="noStrike" spc="-1" dirty="0">
                <a:solidFill>
                  <a:srgbClr val="000000"/>
                </a:solidFill>
                <a:uFillTx/>
                <a:latin typeface="Arial"/>
                <a:ea typeface="DejaVu Sans"/>
              </a:rPr>
              <a:t>/</a:t>
            </a:r>
            <a:r>
              <a:rPr lang="es-ES" sz="2000" b="0" u="sng" strike="noStrike" spc="-1" dirty="0" err="1">
                <a:solidFill>
                  <a:srgbClr val="000000"/>
                </a:solidFill>
                <a:uFillTx/>
                <a:latin typeface="Arial"/>
                <a:ea typeface="DejaVu Sans"/>
              </a:rPr>
              <a:t>webalizer</a:t>
            </a:r>
            <a:r>
              <a:rPr lang="es-ES" sz="2000" b="0" strike="noStrike" spc="-1" dirty="0">
                <a:solidFill>
                  <a:srgbClr val="000000"/>
                </a:solidFill>
                <a:latin typeface="Arial"/>
                <a:ea typeface="DejaVu Sans"/>
              </a:rPr>
              <a:t>" : Directorio donde se generaran los archivos HTML que contendrán las estadísticas y reportes de nuestra página web, lo más lógico es que sea en un lugar accesible desde la web. </a:t>
            </a:r>
            <a:endParaRPr lang="es-ES" sz="2000" b="0" strike="noStrike" spc="-1" dirty="0">
              <a:latin typeface="Arial"/>
            </a:endParaRPr>
          </a:p>
          <a:p>
            <a:pPr marL="343080" indent="-342000" algn="just">
              <a:lnSpc>
                <a:spcPct val="100000"/>
              </a:lnSpc>
              <a:spcBef>
                <a:spcPts val="400"/>
              </a:spcBef>
              <a:buClr>
                <a:srgbClr val="000000"/>
              </a:buClr>
              <a:buFont typeface="Symbol"/>
              <a:buChar char=""/>
            </a:pPr>
            <a:r>
              <a:rPr lang="es-ES" sz="2000" b="0" strike="noStrike" spc="-1" dirty="0">
                <a:solidFill>
                  <a:srgbClr val="000000"/>
                </a:solidFill>
                <a:latin typeface="Arial"/>
                <a:ea typeface="DejaVu Sans"/>
              </a:rPr>
              <a:t>"</a:t>
            </a:r>
            <a:r>
              <a:rPr lang="es-ES" sz="2000" b="0" u="sng" strike="noStrike" spc="-1" dirty="0">
                <a:solidFill>
                  <a:srgbClr val="000000"/>
                </a:solidFill>
                <a:uFillTx/>
                <a:latin typeface="Arial"/>
                <a:ea typeface="DejaVu Sans"/>
              </a:rPr>
              <a:t>Incremental no</a:t>
            </a:r>
            <a:r>
              <a:rPr lang="es-ES" sz="2000" b="0" strike="noStrike" spc="-1" dirty="0">
                <a:solidFill>
                  <a:srgbClr val="000000"/>
                </a:solidFill>
                <a:latin typeface="Arial"/>
                <a:ea typeface="DejaVu Sans"/>
              </a:rPr>
              <a:t>" : Sólo hay un fichero de informes. Si estuviera a “yes”, habría más de un fichero.</a:t>
            </a:r>
            <a:endParaRPr lang="es-ES" sz="2000" b="0" strike="noStrike" spc="-1" dirty="0">
              <a:latin typeface="Arial"/>
            </a:endParaRPr>
          </a:p>
          <a:p>
            <a:pPr>
              <a:lnSpc>
                <a:spcPct val="100000"/>
              </a:lnSpc>
              <a:spcBef>
                <a:spcPts val="459"/>
              </a:spcBef>
            </a:pPr>
            <a:endParaRPr lang="es-ES" sz="2000" b="0" strike="noStrike" spc="-1" dirty="0">
              <a:latin typeface="Arial"/>
            </a:endParaRPr>
          </a:p>
          <a:p>
            <a:pPr>
              <a:lnSpc>
                <a:spcPct val="100000"/>
              </a:lnSpc>
              <a:spcBef>
                <a:spcPts val="459"/>
              </a:spcBef>
            </a:pPr>
            <a:endParaRPr lang="es-ES" sz="2000" b="0" strike="noStrike" spc="-1" dirty="0">
              <a:latin typeface="Arial"/>
            </a:endParaRPr>
          </a:p>
        </p:txBody>
      </p:sp>
      <p:sp>
        <p:nvSpPr>
          <p:cNvPr id="42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2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51DBBA4-8026-49B8-AB13-F5A949AC7B6B}" type="slidenum">
              <a:rPr lang="es-ES" sz="1200" b="0" i="1" strike="noStrike" spc="-1">
                <a:solidFill>
                  <a:srgbClr val="91E614"/>
                </a:solidFill>
                <a:latin typeface="Century Gothic"/>
                <a:ea typeface="DejaVu Sans"/>
              </a:rPr>
              <a:t>77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a:t>
            </a:r>
            <a:endParaRPr lang="es-ES" sz="3400" b="0" strike="noStrike" spc="-1">
              <a:latin typeface="Arial"/>
            </a:endParaRPr>
          </a:p>
        </p:txBody>
      </p:sp>
      <p:sp>
        <p:nvSpPr>
          <p:cNvPr id="42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a:t>
            </a:r>
            <a:r>
              <a:rPr lang="es-ES" sz="2400" b="0" u="sng" strike="noStrike" spc="-1">
                <a:solidFill>
                  <a:srgbClr val="000000"/>
                </a:solidFill>
                <a:uFillTx/>
                <a:latin typeface="Arial"/>
                <a:ea typeface="DejaVu Sans"/>
              </a:rPr>
              <a:t>ReportTitle usage statics for</a:t>
            </a:r>
            <a:r>
              <a:rPr lang="es-ES" sz="2400" b="0" strike="noStrike" spc="-1">
                <a:solidFill>
                  <a:srgbClr val="000000"/>
                </a:solidFill>
                <a:latin typeface="Arial"/>
                <a:ea typeface="DejaVu Sans"/>
              </a:rPr>
              <a:t>": Se trata del título que quieres que lleve las páginas HTML que se generarán.</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a:t>
            </a:r>
            <a:r>
              <a:rPr lang="es-ES" sz="2400" b="0" u="sng" strike="noStrike" spc="-1">
                <a:solidFill>
                  <a:srgbClr val="000000"/>
                </a:solidFill>
                <a:uFillTx/>
                <a:latin typeface="Arial"/>
                <a:ea typeface="DejaVu Sans"/>
              </a:rPr>
              <a:t>HostName URL_servidorLinuxXX</a:t>
            </a:r>
            <a:r>
              <a:rPr lang="es-ES" sz="2400" b="0" strike="noStrike" spc="-1">
                <a:solidFill>
                  <a:srgbClr val="000000"/>
                </a:solidFill>
                <a:latin typeface="Arial"/>
                <a:ea typeface="DejaVu Sans"/>
              </a:rPr>
              <a:t>": Aquí se coloca el Nombre o URL del servidor donde está el </a:t>
            </a:r>
            <a:r>
              <a:rPr lang="es-ES" sz="2400" b="0" i="1" strike="noStrike" spc="-1">
                <a:solidFill>
                  <a:srgbClr val="000000"/>
                </a:solidFill>
                <a:latin typeface="Arial"/>
                <a:ea typeface="DejaVu Sans"/>
              </a:rPr>
              <a:t>webalizer</a:t>
            </a:r>
            <a:r>
              <a:rPr lang="es-ES" sz="2400" b="0" strike="noStrike" spc="-1">
                <a:solidFill>
                  <a:srgbClr val="000000"/>
                </a:solidFill>
                <a:latin typeface="Arial"/>
                <a:ea typeface="DejaVu Sans"/>
              </a:rPr>
              <a:t>. Este Nombre normalmente aparece al lado del título de Reportes (ReportTitle). </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a:t>
            </a:r>
            <a:r>
              <a:rPr lang="es-ES" sz="2400" b="0" u="sng" strike="noStrike" spc="-1">
                <a:solidFill>
                  <a:srgbClr val="000000"/>
                </a:solidFill>
                <a:uFillTx/>
                <a:latin typeface="Arial"/>
                <a:ea typeface="DejaVu Sans"/>
              </a:rPr>
              <a:t>IgnoreSite localhost</a:t>
            </a:r>
            <a:r>
              <a:rPr lang="es-ES" sz="2400" b="0" strike="noStrike" spc="-1">
                <a:solidFill>
                  <a:srgbClr val="000000"/>
                </a:solidFill>
                <a:latin typeface="Arial"/>
                <a:ea typeface="DejaVu Sans"/>
              </a:rPr>
              <a:t>" : Esto lo que hace es ignorar o no tomar en cuenta los registros que vengan de la computadora local. Si no colocamos está opción cada vez que nosotros mismos desde la máquina en que está el servidor web visitáramos la página se registraría ese acceso y muchas veces no queremos esto. ¿Por qué? Porque normalmente hacemos para probar nuestra página y no queremos que estos accesos se contabilicen.</a:t>
            </a:r>
            <a:endParaRPr lang="es-ES" sz="2400" b="0" strike="noStrike" spc="-1">
              <a:latin typeface="Arial"/>
            </a:endParaRPr>
          </a:p>
          <a:p>
            <a:pPr>
              <a:lnSpc>
                <a:spcPct val="100000"/>
              </a:lnSpc>
              <a:spcBef>
                <a:spcPts val="459"/>
              </a:spcBef>
            </a:pPr>
            <a:endParaRPr lang="es-ES" sz="2400" b="0" strike="noStrike" spc="-1">
              <a:latin typeface="Arial"/>
            </a:endParaRPr>
          </a:p>
          <a:p>
            <a:pPr>
              <a:lnSpc>
                <a:spcPct val="100000"/>
              </a:lnSpc>
              <a:spcBef>
                <a:spcPts val="459"/>
              </a:spcBef>
            </a:pPr>
            <a:endParaRPr lang="es-ES" sz="2400" b="0" strike="noStrike" spc="-1">
              <a:latin typeface="Arial"/>
            </a:endParaRPr>
          </a:p>
        </p:txBody>
      </p:sp>
      <p:sp>
        <p:nvSpPr>
          <p:cNvPr id="42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3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4E7603A-FA08-41A6-836A-9F8CBBBC038D}" type="slidenum">
              <a:rPr lang="es-ES" sz="1200" b="0" i="1" strike="noStrike" spc="-1">
                <a:solidFill>
                  <a:srgbClr val="91E614"/>
                </a:solidFill>
                <a:latin typeface="Century Gothic"/>
                <a:ea typeface="DejaVu Sans"/>
              </a:rPr>
              <a:t>78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 </a:t>
            </a:r>
            <a:endParaRPr lang="es-ES" sz="3400" b="0" strike="noStrike" spc="-1">
              <a:latin typeface="Arial"/>
            </a:endParaRPr>
          </a:p>
        </p:txBody>
      </p:sp>
      <p:sp>
        <p:nvSpPr>
          <p:cNvPr id="43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1" strike="noStrike" spc="-1">
                <a:solidFill>
                  <a:srgbClr val="FF0000"/>
                </a:solidFill>
                <a:latin typeface="Arial"/>
                <a:ea typeface="DejaVu Sans"/>
              </a:rPr>
              <a:t>Instalación</a:t>
            </a:r>
            <a:endParaRPr lang="es-ES" sz="3600" b="0" strike="noStrike" spc="-1">
              <a:latin typeface="Arial"/>
            </a:endParaRPr>
          </a:p>
          <a:p>
            <a:pPr marL="343080" indent="-342000">
              <a:lnSpc>
                <a:spcPct val="100000"/>
              </a:lnSpc>
              <a:spcBef>
                <a:spcPts val="720"/>
              </a:spcBef>
            </a:pPr>
            <a:r>
              <a:rPr lang="es-ES" sz="3600" b="0" strike="noStrike" spc="-1">
                <a:solidFill>
                  <a:srgbClr val="000000"/>
                </a:solidFill>
                <a:latin typeface="Arial"/>
                <a:ea typeface="DejaVu Sans"/>
              </a:rPr>
              <a:t>	</a:t>
            </a:r>
            <a:r>
              <a:rPr lang="es-ES" sz="2800" b="1" strike="noStrike" spc="-1">
                <a:solidFill>
                  <a:srgbClr val="000000"/>
                </a:solidFill>
                <a:latin typeface="Arial"/>
                <a:ea typeface="DejaVu Sans"/>
              </a:rPr>
              <a:t>sudo apt-get install webalizer</a:t>
            </a:r>
            <a:endParaRPr lang="es-ES" sz="2800" b="0" strike="noStrike" spc="-1">
              <a:latin typeface="Arial"/>
            </a:endParaRPr>
          </a:p>
          <a:p>
            <a:pPr marL="343080" indent="-342000">
              <a:lnSpc>
                <a:spcPct val="100000"/>
              </a:lnSpc>
              <a:spcBef>
                <a:spcPts val="720"/>
              </a:spcBef>
            </a:pPr>
            <a:r>
              <a:rPr lang="es-ES" sz="3600" b="1" strike="noStrike" spc="-1">
                <a:solidFill>
                  <a:srgbClr val="FF0000"/>
                </a:solidFill>
                <a:latin typeface="Arial"/>
                <a:ea typeface="DejaVu Sans"/>
              </a:rPr>
              <a:t>Configuración</a:t>
            </a:r>
            <a:endParaRPr lang="es-ES" sz="36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Crear el directorio </a:t>
            </a:r>
            <a:r>
              <a:rPr lang="es-ES" sz="2400" b="1" i="1" strike="noStrike" spc="-1">
                <a:solidFill>
                  <a:srgbClr val="000000"/>
                </a:solidFill>
                <a:latin typeface="Arial"/>
                <a:ea typeface="DejaVu Sans"/>
              </a:rPr>
              <a:t>/var/www/html/webalizer</a:t>
            </a:r>
            <a:r>
              <a:rPr lang="es-ES" sz="2400" b="0" strike="noStrike" spc="-1">
                <a:solidFill>
                  <a:srgbClr val="000000"/>
                </a:solidFill>
                <a:latin typeface="Arial"/>
                <a:ea typeface="DejaVu Sans"/>
              </a:rPr>
              <a:t>.</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Modificar el fichero </a:t>
            </a:r>
            <a:r>
              <a:rPr lang="es-ES" sz="2400" b="1" i="1" strike="noStrike" spc="-1">
                <a:solidFill>
                  <a:srgbClr val="000000"/>
                </a:solidFill>
                <a:latin typeface="Arial"/>
                <a:ea typeface="DejaVu Sans"/>
              </a:rPr>
              <a:t>/etc/webalizer/webalizer.conf</a:t>
            </a:r>
            <a:r>
              <a:rPr lang="es-ES" sz="2400" b="0" strike="noStrike" spc="-1">
                <a:solidFill>
                  <a:srgbClr val="000000"/>
                </a:solidFill>
                <a:latin typeface="Arial"/>
                <a:ea typeface="DejaVu Sans"/>
              </a:rPr>
              <a:t> para quitar la extensión </a:t>
            </a:r>
            <a:r>
              <a:rPr lang="es-ES" sz="2400" b="0" i="1" strike="noStrike" spc="-1">
                <a:solidFill>
                  <a:srgbClr val="000000"/>
                </a:solidFill>
                <a:latin typeface="Arial"/>
                <a:ea typeface="DejaVu Sans"/>
              </a:rPr>
              <a:t>.1 </a:t>
            </a:r>
            <a:r>
              <a:rPr lang="es-ES" sz="2400" b="0" strike="noStrike" spc="-1">
                <a:solidFill>
                  <a:srgbClr val="000000"/>
                </a:solidFill>
                <a:latin typeface="Arial"/>
                <a:ea typeface="DejaVu Sans"/>
              </a:rPr>
              <a:t>al fichero de informes  y especificar </a:t>
            </a:r>
            <a:r>
              <a:rPr lang="es-ES" sz="2400" b="1" strike="noStrike" spc="-1">
                <a:solidFill>
                  <a:srgbClr val="000000"/>
                </a:solidFill>
                <a:latin typeface="Arial"/>
                <a:ea typeface="DejaVu Sans"/>
              </a:rPr>
              <a:t>/var/www/html/webalizer</a:t>
            </a:r>
            <a:r>
              <a:rPr lang="es-ES" sz="2400" b="0" strike="noStrike" spc="-1">
                <a:solidFill>
                  <a:srgbClr val="000000"/>
                </a:solidFill>
                <a:latin typeface="Arial"/>
                <a:ea typeface="DejaVu Sans"/>
              </a:rPr>
              <a:t> como directorio de salida:</a:t>
            </a:r>
            <a:endParaRPr lang="es-ES" sz="2400" b="0" strike="noStrike" spc="-1">
              <a:latin typeface="Arial"/>
            </a:endParaRPr>
          </a:p>
          <a:p>
            <a:pPr algn="just">
              <a:lnSpc>
                <a:spcPct val="100000"/>
              </a:lnSpc>
              <a:spcBef>
                <a:spcPts val="479"/>
              </a:spcBef>
            </a:pPr>
            <a:endParaRPr lang="es-ES" sz="2400" b="0" strike="noStrike" spc="-1">
              <a:latin typeface="Arial"/>
            </a:endParaRPr>
          </a:p>
          <a:p>
            <a:pPr>
              <a:lnSpc>
                <a:spcPct val="100000"/>
              </a:lnSpc>
              <a:spcBef>
                <a:spcPts val="479"/>
              </a:spcBef>
            </a:pPr>
            <a:endParaRPr lang="es-ES" sz="2400" b="0" strike="noStrike" spc="-1">
              <a:latin typeface="Arial"/>
            </a:endParaRPr>
          </a:p>
          <a:p>
            <a:pPr>
              <a:lnSpc>
                <a:spcPct val="100000"/>
              </a:lnSpc>
              <a:spcBef>
                <a:spcPts val="459"/>
              </a:spcBef>
            </a:pPr>
            <a:endParaRPr lang="es-ES" sz="2400" b="0" strike="noStrike" spc="-1">
              <a:latin typeface="Arial"/>
            </a:endParaRPr>
          </a:p>
        </p:txBody>
      </p:sp>
      <p:sp>
        <p:nvSpPr>
          <p:cNvPr id="43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3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A647BDE-92DE-4FDA-932E-832E0301D23B}" type="slidenum">
              <a:rPr lang="es-ES" sz="1200" b="0" i="1" strike="noStrike" spc="-1">
                <a:solidFill>
                  <a:srgbClr val="91E614"/>
                </a:solidFill>
                <a:latin typeface="Century Gothic"/>
                <a:ea typeface="DejaVu Sans"/>
              </a:rPr>
              <a:t>79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 </a:t>
            </a:r>
            <a:endParaRPr lang="es-ES" sz="3400" b="0" strike="noStrike" spc="-1">
              <a:latin typeface="Arial"/>
            </a:endParaRPr>
          </a:p>
        </p:txBody>
      </p:sp>
      <p:sp>
        <p:nvSpPr>
          <p:cNvPr id="43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endParaRPr lang="es-ES" sz="1800" b="0" strike="noStrike" spc="-1">
              <a:latin typeface="Arial"/>
            </a:endParaRPr>
          </a:p>
          <a:p>
            <a:pPr>
              <a:lnSpc>
                <a:spcPct val="100000"/>
              </a:lnSpc>
              <a:spcBef>
                <a:spcPts val="479"/>
              </a:spcBef>
            </a:pPr>
            <a:endParaRPr lang="es-ES" sz="1800" b="0" strike="noStrike" spc="-1">
              <a:latin typeface="Arial"/>
            </a:endParaRPr>
          </a:p>
          <a:p>
            <a:pPr>
              <a:lnSpc>
                <a:spcPct val="100000"/>
              </a:lnSpc>
              <a:spcBef>
                <a:spcPts val="459"/>
              </a:spcBef>
            </a:pPr>
            <a:endParaRPr lang="es-ES" sz="1800" b="0" strike="noStrike" spc="-1">
              <a:latin typeface="Arial"/>
            </a:endParaRPr>
          </a:p>
        </p:txBody>
      </p:sp>
      <p:sp>
        <p:nvSpPr>
          <p:cNvPr id="43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3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4E5A7B6-B295-470A-A7C8-50BC5B8FCA6E}" type="slidenum">
              <a:rPr lang="es-ES" sz="1200" b="0" i="1" strike="noStrike" spc="-1">
                <a:solidFill>
                  <a:srgbClr val="91E614"/>
                </a:solidFill>
                <a:latin typeface="Century Gothic"/>
                <a:ea typeface="DejaVu Sans"/>
              </a:rPr>
              <a:t>80</a:t>
            </a:fld>
            <a:endParaRPr lang="es-ES" sz="1200" b="0" strike="noStrike" spc="-1">
              <a:latin typeface="Arial"/>
            </a:endParaRPr>
          </a:p>
        </p:txBody>
      </p:sp>
      <p:pic>
        <p:nvPicPr>
          <p:cNvPr id="439" name="Imagen 1"/>
          <p:cNvPicPr/>
          <p:nvPr/>
        </p:nvPicPr>
        <p:blipFill>
          <a:blip r:embed="rId3"/>
          <a:stretch/>
        </p:blipFill>
        <p:spPr>
          <a:xfrm>
            <a:off x="611640" y="1268640"/>
            <a:ext cx="8474040" cy="3504960"/>
          </a:xfrm>
          <a:prstGeom prst="rect">
            <a:avLst/>
          </a:prstGeom>
          <a:ln>
            <a:noFill/>
          </a:ln>
        </p:spPr>
      </p:pic>
      <p:pic>
        <p:nvPicPr>
          <p:cNvPr id="440" name="Imagen 2"/>
          <p:cNvPicPr/>
          <p:nvPr/>
        </p:nvPicPr>
        <p:blipFill>
          <a:blip r:embed="rId4"/>
          <a:stretch/>
        </p:blipFill>
        <p:spPr>
          <a:xfrm>
            <a:off x="402120" y="1192680"/>
            <a:ext cx="4174200" cy="572040"/>
          </a:xfrm>
          <a:prstGeom prst="rect">
            <a:avLst/>
          </a:prstGeom>
          <a:ln>
            <a:noFill/>
          </a:ln>
        </p:spPr>
      </p:pic>
      <p:pic>
        <p:nvPicPr>
          <p:cNvPr id="441" name="Imagen 5"/>
          <p:cNvPicPr/>
          <p:nvPr/>
        </p:nvPicPr>
        <p:blipFill>
          <a:blip r:embed="rId4"/>
          <a:stretch/>
        </p:blipFill>
        <p:spPr>
          <a:xfrm>
            <a:off x="402120" y="4205880"/>
            <a:ext cx="4312800" cy="5720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 </a:t>
            </a:r>
            <a:endParaRPr lang="es-ES" sz="3400" b="0" strike="noStrike" spc="-1">
              <a:latin typeface="Arial"/>
            </a:endParaRPr>
          </a:p>
        </p:txBody>
      </p:sp>
      <p:sp>
        <p:nvSpPr>
          <p:cNvPr id="44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1" strike="noStrike" spc="-1">
                <a:solidFill>
                  <a:srgbClr val="FF0000"/>
                </a:solidFill>
                <a:latin typeface="Arial"/>
                <a:ea typeface="DejaVu Sans"/>
              </a:rPr>
              <a:t>Generar informes</a:t>
            </a:r>
            <a:endParaRPr lang="es-ES" sz="36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Para generar el documento html (se almacena en la carpeta </a:t>
            </a:r>
            <a:r>
              <a:rPr lang="es-ES" sz="2800" b="1" strike="noStrike" spc="-1">
                <a:solidFill>
                  <a:srgbClr val="000000"/>
                </a:solidFill>
                <a:latin typeface="Arial"/>
                <a:ea typeface="DejaVu Sans"/>
              </a:rPr>
              <a:t>webalizer</a:t>
            </a:r>
            <a:r>
              <a:rPr lang="es-ES" sz="2800" b="0" strike="noStrike" spc="-1">
                <a:solidFill>
                  <a:srgbClr val="000000"/>
                </a:solidFill>
                <a:latin typeface="Arial"/>
                <a:ea typeface="DejaVu Sans"/>
              </a:rPr>
              <a:t>) con las estadísticas se ejecuta la siguiente orden:</a:t>
            </a:r>
            <a:endParaRPr lang="es-ES" sz="2800" b="0" strike="noStrike" spc="-1">
              <a:latin typeface="Arial"/>
            </a:endParaRPr>
          </a:p>
          <a:p>
            <a:pPr marL="343080" indent="-342000">
              <a:lnSpc>
                <a:spcPct val="100000"/>
              </a:lnSpc>
              <a:spcBef>
                <a:spcPts val="720"/>
              </a:spcBef>
            </a:pPr>
            <a:r>
              <a:rPr lang="es-ES" sz="3600" b="1" strike="noStrike" spc="-1">
                <a:solidFill>
                  <a:srgbClr val="000000"/>
                </a:solidFill>
                <a:latin typeface="Arial"/>
                <a:ea typeface="DejaVu Sans"/>
              </a:rPr>
              <a:t>	sudo webalizer</a:t>
            </a:r>
            <a:endParaRPr lang="es-ES" sz="3600" b="0" strike="noStrike" spc="-1">
              <a:latin typeface="Arial"/>
            </a:endParaRPr>
          </a:p>
          <a:p>
            <a:pPr marL="343080" indent="-342000">
              <a:lnSpc>
                <a:spcPct val="100000"/>
              </a:lnSpc>
              <a:spcBef>
                <a:spcPts val="561"/>
              </a:spcBef>
            </a:pPr>
            <a:r>
              <a:rPr lang="es-ES" sz="2800" b="0" strike="noStrike" spc="-1">
                <a:solidFill>
                  <a:srgbClr val="000000"/>
                </a:solidFill>
                <a:latin typeface="Arial"/>
                <a:ea typeface="DejaVu Sans"/>
              </a:rPr>
              <a:t>Finalmente, conectarse desde </a:t>
            </a:r>
            <a:r>
              <a:rPr lang="es-ES" sz="2800" b="1" strike="noStrike" spc="-1">
                <a:solidFill>
                  <a:srgbClr val="000000"/>
                </a:solidFill>
                <a:latin typeface="Arial"/>
                <a:ea typeface="DejaVu Sans"/>
              </a:rPr>
              <a:t>Windows</a:t>
            </a:r>
            <a:r>
              <a:rPr lang="es-ES" sz="2800" b="0" strike="noStrike" spc="-1">
                <a:solidFill>
                  <a:srgbClr val="000000"/>
                </a:solidFill>
                <a:latin typeface="Arial"/>
                <a:ea typeface="DejaVu Sans"/>
              </a:rPr>
              <a:t> a </a:t>
            </a:r>
            <a:r>
              <a:rPr lang="es-ES" sz="2800" b="1" strike="noStrike" spc="-1">
                <a:solidFill>
                  <a:srgbClr val="000000"/>
                </a:solidFill>
                <a:latin typeface="Arial"/>
                <a:ea typeface="DejaVu Sans"/>
              </a:rPr>
              <a:t>http://192.168.200.XX/webalizer/index.hml</a:t>
            </a:r>
            <a:r>
              <a:rPr lang="es-ES" sz="2800" b="0" strike="noStrike" spc="-1">
                <a:solidFill>
                  <a:srgbClr val="000000"/>
                </a:solidFill>
                <a:latin typeface="Arial"/>
                <a:ea typeface="DejaVu Sans"/>
              </a:rPr>
              <a:t>.</a:t>
            </a:r>
            <a:endParaRPr lang="es-ES" sz="2800" b="0" strike="noStrike" spc="-1">
              <a:latin typeface="Arial"/>
            </a:endParaRPr>
          </a:p>
          <a:p>
            <a:pPr>
              <a:lnSpc>
                <a:spcPct val="100000"/>
              </a:lnSpc>
              <a:spcBef>
                <a:spcPts val="47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44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4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7254F8B-17F6-4CB1-B38E-9EF622B7AF17}" type="slidenum">
              <a:rPr lang="es-ES" sz="1200" b="0" i="1" strike="noStrike" spc="-1">
                <a:solidFill>
                  <a:srgbClr val="91E614"/>
                </a:solidFill>
                <a:latin typeface="Century Gothic"/>
                <a:ea typeface="DejaVu Sans"/>
              </a:rPr>
              <a:t>81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 </a:t>
            </a:r>
            <a:endParaRPr lang="es-ES" sz="3400" b="0" strike="noStrike" spc="-1">
              <a:latin typeface="Arial"/>
            </a:endParaRPr>
          </a:p>
        </p:txBody>
      </p:sp>
      <p:sp>
        <p:nvSpPr>
          <p:cNvPr id="44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endParaRPr lang="es-ES" sz="1800" b="0" strike="noStrike" spc="-1">
              <a:latin typeface="Arial"/>
            </a:endParaRPr>
          </a:p>
          <a:p>
            <a:pPr>
              <a:lnSpc>
                <a:spcPct val="100000"/>
              </a:lnSpc>
              <a:spcBef>
                <a:spcPts val="459"/>
              </a:spcBef>
            </a:pPr>
            <a:endParaRPr lang="es-ES" sz="1800" b="0" strike="noStrike" spc="-1">
              <a:latin typeface="Arial"/>
            </a:endParaRPr>
          </a:p>
        </p:txBody>
      </p:sp>
      <p:sp>
        <p:nvSpPr>
          <p:cNvPr id="44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4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E132548-0C2D-45F8-83C5-E59AF0F883E2}" type="slidenum">
              <a:rPr lang="es-ES" sz="1200" b="0" i="1" strike="noStrike" spc="-1">
                <a:solidFill>
                  <a:srgbClr val="91E614"/>
                </a:solidFill>
                <a:latin typeface="Century Gothic"/>
                <a:ea typeface="DejaVu Sans"/>
              </a:rPr>
              <a:t>82</a:t>
            </a:fld>
            <a:endParaRPr lang="es-ES" sz="1200" b="0" strike="noStrike" spc="-1">
              <a:latin typeface="Arial"/>
            </a:endParaRPr>
          </a:p>
        </p:txBody>
      </p:sp>
      <p:pic>
        <p:nvPicPr>
          <p:cNvPr id="450" name="Imagen 1"/>
          <p:cNvPicPr/>
          <p:nvPr/>
        </p:nvPicPr>
        <p:blipFill>
          <a:blip r:embed="rId3"/>
          <a:stretch/>
        </p:blipFill>
        <p:spPr>
          <a:xfrm>
            <a:off x="1520280" y="1049400"/>
            <a:ext cx="7622640" cy="51699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MONITORIZACIÓN. Webalizer </a:t>
            </a:r>
            <a:endParaRPr lang="es-ES" sz="3400" b="0" strike="noStrike" spc="-1">
              <a:latin typeface="Arial"/>
            </a:endParaRPr>
          </a:p>
        </p:txBody>
      </p:sp>
      <p:sp>
        <p:nvSpPr>
          <p:cNvPr id="45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1" strike="noStrike" spc="-1">
                <a:solidFill>
                  <a:srgbClr val="FF0000"/>
                </a:solidFill>
                <a:latin typeface="Arial"/>
                <a:ea typeface="DejaVu Sans"/>
              </a:rPr>
              <a:t>Configuración de </a:t>
            </a:r>
            <a:r>
              <a:rPr lang="es-ES" sz="3600" b="1" i="1" strike="noStrike" spc="-1">
                <a:solidFill>
                  <a:srgbClr val="FF0000"/>
                </a:solidFill>
                <a:latin typeface="Arial"/>
                <a:ea typeface="DejaVu Sans"/>
              </a:rPr>
              <a:t>cron</a:t>
            </a:r>
            <a:endParaRPr lang="es-ES" sz="36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En Linux existe una herramienta llamada </a:t>
            </a:r>
            <a:r>
              <a:rPr lang="es-ES" sz="2800" b="1" strike="noStrike" spc="-1">
                <a:solidFill>
                  <a:srgbClr val="000000"/>
                </a:solidFill>
                <a:latin typeface="Arial"/>
                <a:ea typeface="DejaVu Sans"/>
              </a:rPr>
              <a:t>cron</a:t>
            </a:r>
            <a:r>
              <a:rPr lang="es-ES" sz="2800" b="0" strike="noStrike" spc="-1">
                <a:solidFill>
                  <a:srgbClr val="000000"/>
                </a:solidFill>
                <a:latin typeface="Arial"/>
                <a:ea typeface="DejaVu Sans"/>
              </a:rPr>
              <a:t>, que lo que hace es ejecutar tareas en intervalos de tiempo especificados por el usuario. Para poder utilizar el </a:t>
            </a:r>
            <a:r>
              <a:rPr lang="es-ES" sz="2800" b="0" i="1" strike="noStrike" spc="-1">
                <a:solidFill>
                  <a:srgbClr val="000000"/>
                </a:solidFill>
                <a:latin typeface="Arial"/>
                <a:ea typeface="DejaVu Sans"/>
              </a:rPr>
              <a:t>cron </a:t>
            </a:r>
            <a:r>
              <a:rPr lang="es-ES" sz="2800" b="0" strike="noStrike" spc="-1">
                <a:solidFill>
                  <a:srgbClr val="000000"/>
                </a:solidFill>
                <a:latin typeface="Arial"/>
                <a:ea typeface="DejaVu Sans"/>
              </a:rPr>
              <a:t>hay que editar su archivo de configuración </a:t>
            </a:r>
            <a:r>
              <a:rPr lang="es-ES" sz="2800" b="1" i="1" strike="noStrike" spc="-1">
                <a:solidFill>
                  <a:srgbClr val="000000"/>
                </a:solidFill>
                <a:latin typeface="Arial"/>
                <a:ea typeface="DejaVu Sans"/>
              </a:rPr>
              <a:t>(/etc/crontab</a:t>
            </a:r>
            <a:r>
              <a:rPr lang="es-ES" sz="2800" b="0" strike="noStrike" spc="-1">
                <a:solidFill>
                  <a:srgbClr val="000000"/>
                </a:solidFill>
                <a:latin typeface="Arial"/>
                <a:ea typeface="DejaVu Sans"/>
              </a:rPr>
              <a:t>) y agregar la siguiente línea: </a:t>
            </a:r>
            <a:endParaRPr lang="es-ES" sz="2800" b="0" strike="noStrike" spc="-1">
              <a:latin typeface="Arial"/>
            </a:endParaRPr>
          </a:p>
          <a:p>
            <a:pPr marL="343080" indent="-342000">
              <a:lnSpc>
                <a:spcPct val="100000"/>
              </a:lnSpc>
              <a:spcBef>
                <a:spcPts val="479"/>
              </a:spcBef>
            </a:pPr>
            <a:r>
              <a:rPr lang="es-ES" sz="2400" b="1" strike="noStrike" spc="-1">
                <a:solidFill>
                  <a:srgbClr val="000000"/>
                </a:solidFill>
                <a:latin typeface="Arial"/>
                <a:ea typeface="DejaVu Sans"/>
              </a:rPr>
              <a:t>0 0 * * * root  /usr/bin/webalizer -c /etc/webalizer.conf -d</a:t>
            </a:r>
            <a:r>
              <a:rPr lang="es-ES" sz="2400" b="0" strike="noStrike" spc="-1">
                <a:solidFill>
                  <a:srgbClr val="000000"/>
                </a:solidFill>
                <a:latin typeface="Arial"/>
                <a:ea typeface="DejaVu Sans"/>
              </a:rPr>
              <a:t> </a:t>
            </a:r>
            <a:endParaRPr lang="es-ES" sz="2400" b="0" strike="noStrike" spc="-1">
              <a:latin typeface="Arial"/>
            </a:endParaRPr>
          </a:p>
          <a:p>
            <a:pPr algn="just">
              <a:lnSpc>
                <a:spcPct val="100000"/>
              </a:lnSpc>
              <a:spcBef>
                <a:spcPts val="561"/>
              </a:spcBef>
            </a:pPr>
            <a:r>
              <a:rPr lang="es-ES" sz="2800" b="0" strike="noStrike" spc="-1">
                <a:solidFill>
                  <a:srgbClr val="000000"/>
                </a:solidFill>
                <a:latin typeface="Arial"/>
                <a:ea typeface="DejaVu Sans"/>
              </a:rPr>
              <a:t>Lo que le estamos diciendo es que ejecute ese comando todos los días a las 0 horas.  </a:t>
            </a:r>
            <a:endParaRPr lang="es-ES" sz="2800" b="0" strike="noStrike" spc="-1">
              <a:latin typeface="Arial"/>
            </a:endParaRPr>
          </a:p>
          <a:p>
            <a:pPr>
              <a:lnSpc>
                <a:spcPct val="100000"/>
              </a:lnSpc>
              <a:spcBef>
                <a:spcPts val="479"/>
              </a:spcBef>
            </a:pP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45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5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97C7026B-5668-4D02-BDAE-A0BE8CBD88D1}" type="slidenum">
              <a:rPr lang="es-ES" sz="1200" b="0" i="1" strike="noStrike" spc="-1">
                <a:solidFill>
                  <a:srgbClr val="91E614"/>
                </a:solidFill>
                <a:latin typeface="Century Gothic"/>
                <a:ea typeface="DejaVu Sans"/>
              </a:rPr>
              <a:t>83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a:t>
            </a:r>
            <a:endParaRPr lang="es-ES" sz="3400" b="0" strike="noStrike" spc="-1">
              <a:latin typeface="Arial"/>
            </a:endParaRPr>
          </a:p>
        </p:txBody>
      </p:sp>
      <p:sp>
        <p:nvSpPr>
          <p:cNvPr id="45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Simular que exísten varias maquinas (hosts) con sus respectivos sitios web sobre un solo servidor web.</a:t>
            </a:r>
            <a:endParaRPr lang="es-ES" sz="3600" b="0" strike="noStrike" spc="-1">
              <a:latin typeface="Arial"/>
            </a:endParaRPr>
          </a:p>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 Por ejemplo </a:t>
            </a:r>
            <a:r>
              <a:rPr lang="es-ES" sz="3600" b="1" strike="noStrike" spc="-1">
                <a:solidFill>
                  <a:srgbClr val="000000"/>
                </a:solidFill>
                <a:latin typeface="Arial"/>
                <a:ea typeface="DejaVu Sans"/>
              </a:rPr>
              <a:t>www.asir.net</a:t>
            </a:r>
            <a:r>
              <a:rPr lang="es-ES" sz="3600" b="0" strike="noStrike" spc="-1">
                <a:solidFill>
                  <a:srgbClr val="000000"/>
                </a:solidFill>
                <a:latin typeface="Arial"/>
                <a:ea typeface="DejaVu Sans"/>
              </a:rPr>
              <a:t> y </a:t>
            </a:r>
            <a:r>
              <a:rPr lang="es-ES" sz="3600" b="1" strike="noStrike" spc="-1">
                <a:solidFill>
                  <a:srgbClr val="000000"/>
                </a:solidFill>
                <a:latin typeface="Arial"/>
                <a:ea typeface="DejaVu Sans"/>
              </a:rPr>
              <a:t>www.daw.net</a:t>
            </a:r>
            <a:r>
              <a:rPr lang="es-ES" sz="3600" b="0" strike="noStrike" spc="-1">
                <a:solidFill>
                  <a:srgbClr val="000000"/>
                </a:solidFill>
                <a:latin typeface="Arial"/>
                <a:ea typeface="DejaVu Sans"/>
              </a:rPr>
              <a:t> en un mismo servidor.</a:t>
            </a:r>
            <a:endParaRPr lang="es-ES" sz="3600" b="0" strike="noStrike" spc="-1">
              <a:latin typeface="Arial"/>
            </a:endParaRPr>
          </a:p>
        </p:txBody>
      </p:sp>
      <p:sp>
        <p:nvSpPr>
          <p:cNvPr id="45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5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6FBC8B2-DA68-4DD1-81A3-96EC7E3A1555}" type="slidenum">
              <a:rPr lang="es-ES" sz="1200" b="0" i="1" strike="noStrike" spc="-1">
                <a:solidFill>
                  <a:srgbClr val="91E614"/>
                </a:solidFill>
                <a:latin typeface="Century Gothic"/>
                <a:ea typeface="DejaVu Sans"/>
              </a:rPr>
              <a:t>84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a:t>
            </a:r>
            <a:endParaRPr lang="es-ES" sz="3400" b="0" strike="noStrike" spc="-1">
              <a:latin typeface="Arial"/>
            </a:endParaRPr>
          </a:p>
        </p:txBody>
      </p:sp>
      <p:sp>
        <p:nvSpPr>
          <p:cNvPr id="46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0" strike="noStrike" spc="-1">
                <a:solidFill>
                  <a:srgbClr val="FF0000"/>
                </a:solidFill>
                <a:latin typeface="Arial"/>
                <a:ea typeface="DejaVu Sans"/>
              </a:rPr>
              <a:t>Objetivos:</a:t>
            </a:r>
            <a:endParaRPr lang="es-ES" sz="3600" b="0" strike="noStrike" spc="-1">
              <a:latin typeface="Arial"/>
            </a:endParaRPr>
          </a:p>
          <a:p>
            <a:pPr marL="353880" indent="-352800" algn="just">
              <a:lnSpc>
                <a:spcPct val="100000"/>
              </a:lnSpc>
              <a:spcBef>
                <a:spcPts val="720"/>
              </a:spcBef>
            </a:pPr>
            <a:r>
              <a:rPr lang="es-ES" sz="3600" b="0" strike="noStrike" spc="-1">
                <a:solidFill>
                  <a:srgbClr val="000000"/>
                </a:solidFill>
                <a:latin typeface="Arial"/>
                <a:ea typeface="DejaVu Sans"/>
              </a:rPr>
              <a:t>◦ Reducción del numero de maquinas físicas.</a:t>
            </a:r>
            <a:endParaRPr lang="es-ES" sz="3600" b="0" strike="noStrike" spc="-1">
              <a:latin typeface="Arial"/>
            </a:endParaRPr>
          </a:p>
          <a:p>
            <a:pPr marL="343080" indent="-342000" algn="just">
              <a:lnSpc>
                <a:spcPct val="100000"/>
              </a:lnSpc>
              <a:spcBef>
                <a:spcPts val="720"/>
              </a:spcBef>
            </a:pPr>
            <a:r>
              <a:rPr lang="es-ES" sz="3600" b="0" strike="noStrike" spc="-1">
                <a:solidFill>
                  <a:srgbClr val="000000"/>
                </a:solidFill>
                <a:latin typeface="Arial"/>
                <a:ea typeface="DejaVu Sans"/>
              </a:rPr>
              <a:t>◦ Aprovechar mejor los recursos (uso de CPU, memoria,...) de los equipos.</a:t>
            </a:r>
            <a:endParaRPr lang="es-ES" sz="3600" b="0" strike="noStrike" spc="-1">
              <a:latin typeface="Arial"/>
            </a:endParaRPr>
          </a:p>
          <a:p>
            <a:pPr marL="343080" indent="-342000" algn="just">
              <a:lnSpc>
                <a:spcPct val="100000"/>
              </a:lnSpc>
              <a:spcBef>
                <a:spcPts val="720"/>
              </a:spcBef>
            </a:pPr>
            <a:r>
              <a:rPr lang="es-ES" sz="3600" b="0" strike="noStrike" spc="-1">
                <a:solidFill>
                  <a:srgbClr val="000000"/>
                </a:solidFill>
                <a:latin typeface="Arial"/>
                <a:ea typeface="DejaVu Sans"/>
              </a:rPr>
              <a:t>◦ Aprovechar mejor las direcciones IP disponibles.</a:t>
            </a:r>
            <a:endParaRPr lang="es-ES" sz="3600" b="0" strike="noStrike" spc="-1">
              <a:latin typeface="Arial"/>
            </a:endParaRPr>
          </a:p>
        </p:txBody>
      </p:sp>
      <p:sp>
        <p:nvSpPr>
          <p:cNvPr id="46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6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559B81B-EFB9-4158-8B64-1457E718527A}" type="slidenum">
              <a:rPr lang="es-ES" sz="1200" b="0" i="1" strike="noStrike" spc="-1">
                <a:solidFill>
                  <a:srgbClr val="91E614"/>
                </a:solidFill>
                <a:latin typeface="Century Gothic"/>
                <a:ea typeface="DejaVu Sans"/>
              </a:rPr>
              <a:t>85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a:t>
            </a:r>
            <a:endParaRPr lang="es-ES" sz="3400" b="0" strike="noStrike" spc="-1">
              <a:latin typeface="Arial"/>
            </a:endParaRPr>
          </a:p>
        </p:txBody>
      </p:sp>
      <p:sp>
        <p:nvSpPr>
          <p:cNvPr id="464"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0" strike="noStrike" spc="-1">
                <a:solidFill>
                  <a:srgbClr val="FF0000"/>
                </a:solidFill>
                <a:latin typeface="Arial"/>
                <a:ea typeface="DejaVu Sans"/>
              </a:rPr>
              <a:t>Basado en IPs</a:t>
            </a:r>
            <a:endParaRPr lang="es-ES" sz="3600" b="0" strike="noStrike" spc="-1">
              <a:latin typeface="Arial"/>
            </a:endParaRPr>
          </a:p>
          <a:p>
            <a:pPr marL="343080" indent="-342000">
              <a:lnSpc>
                <a:spcPct val="100000"/>
              </a:lnSpc>
              <a:spcBef>
                <a:spcPts val="720"/>
              </a:spcBef>
            </a:pPr>
            <a:endParaRPr lang="es-ES" sz="3600" b="0" strike="noStrike" spc="-1">
              <a:latin typeface="Arial"/>
            </a:endParaRPr>
          </a:p>
        </p:txBody>
      </p:sp>
      <p:sp>
        <p:nvSpPr>
          <p:cNvPr id="46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6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733D3698-3858-4027-90B0-44A3772E8DF9}" type="slidenum">
              <a:rPr lang="es-ES" sz="1200" b="0" i="1" strike="noStrike" spc="-1">
                <a:solidFill>
                  <a:srgbClr val="91E614"/>
                </a:solidFill>
                <a:latin typeface="Century Gothic"/>
                <a:ea typeface="DejaVu Sans"/>
              </a:rPr>
              <a:t>86</a:t>
            </a:fld>
            <a:endParaRPr lang="es-ES" sz="1200" b="0" strike="noStrike" spc="-1">
              <a:latin typeface="Arial"/>
            </a:endParaRPr>
          </a:p>
        </p:txBody>
      </p:sp>
      <p:pic>
        <p:nvPicPr>
          <p:cNvPr id="467" name="Picture 3"/>
          <p:cNvPicPr/>
          <p:nvPr/>
        </p:nvPicPr>
        <p:blipFill>
          <a:blip r:embed="rId3"/>
          <a:stretch/>
        </p:blipFill>
        <p:spPr>
          <a:xfrm>
            <a:off x="0" y="1785960"/>
            <a:ext cx="9149400" cy="48074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a:t>
            </a:r>
            <a:endParaRPr lang="es-ES" sz="3400" b="0" strike="noStrike" spc="-1">
              <a:latin typeface="Arial"/>
            </a:endParaRPr>
          </a:p>
        </p:txBody>
      </p:sp>
      <p:sp>
        <p:nvSpPr>
          <p:cNvPr id="46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0" strike="noStrike" spc="-1">
                <a:solidFill>
                  <a:srgbClr val="FF0000"/>
                </a:solidFill>
                <a:latin typeface="Arial"/>
                <a:ea typeface="DejaVu Sans"/>
              </a:rPr>
              <a:t>Basado en nombres</a:t>
            </a:r>
            <a:endParaRPr lang="es-ES" sz="3600" b="0" strike="noStrike" spc="-1">
              <a:latin typeface="Arial"/>
            </a:endParaRPr>
          </a:p>
          <a:p>
            <a:pPr marL="343080" indent="-342000">
              <a:lnSpc>
                <a:spcPct val="100000"/>
              </a:lnSpc>
              <a:spcBef>
                <a:spcPts val="720"/>
              </a:spcBef>
            </a:pPr>
            <a:endParaRPr lang="es-ES" sz="3600" b="0" strike="noStrike" spc="-1">
              <a:latin typeface="Arial"/>
            </a:endParaRPr>
          </a:p>
        </p:txBody>
      </p:sp>
      <p:sp>
        <p:nvSpPr>
          <p:cNvPr id="47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7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002C155-5C8A-45D0-A60F-B84E563161C8}" type="slidenum">
              <a:rPr lang="es-ES" sz="1200" b="0" i="1" strike="noStrike" spc="-1">
                <a:solidFill>
                  <a:srgbClr val="91E614"/>
                </a:solidFill>
                <a:latin typeface="Century Gothic"/>
                <a:ea typeface="DejaVu Sans"/>
              </a:rPr>
              <a:t>87</a:t>
            </a:fld>
            <a:endParaRPr lang="es-ES" sz="1200" b="0" strike="noStrike" spc="-1">
              <a:latin typeface="Arial"/>
            </a:endParaRPr>
          </a:p>
        </p:txBody>
      </p:sp>
      <p:pic>
        <p:nvPicPr>
          <p:cNvPr id="472" name="Picture 2"/>
          <p:cNvPicPr/>
          <p:nvPr/>
        </p:nvPicPr>
        <p:blipFill>
          <a:blip r:embed="rId3"/>
          <a:stretch/>
        </p:blipFill>
        <p:spPr>
          <a:xfrm>
            <a:off x="0" y="1643040"/>
            <a:ext cx="9168480" cy="45345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 Tipos</a:t>
            </a:r>
            <a:endParaRPr lang="es-ES" sz="3400" b="0" strike="noStrike" spc="-1">
              <a:latin typeface="Arial"/>
            </a:endParaRPr>
          </a:p>
        </p:txBody>
      </p:sp>
      <p:sp>
        <p:nvSpPr>
          <p:cNvPr id="474"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0" strike="noStrike" spc="-1">
                <a:solidFill>
                  <a:srgbClr val="FF0000"/>
                </a:solidFill>
                <a:latin typeface="Arial"/>
                <a:ea typeface="DejaVu Sans"/>
              </a:rPr>
              <a:t>Basado en nombres</a:t>
            </a:r>
            <a:endParaRPr lang="es-ES" sz="3600" b="0" strike="noStrike" spc="-1">
              <a:latin typeface="Arial"/>
            </a:endParaRPr>
          </a:p>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Es la forma de alojamiento virtual más utilizada.</a:t>
            </a:r>
            <a:endParaRPr lang="es-ES" sz="3600" b="0" strike="noStrike" spc="-1">
              <a:latin typeface="Arial"/>
            </a:endParaRPr>
          </a:p>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Permiten alojar múltiples dominios en una única máquina.</a:t>
            </a:r>
            <a:endParaRPr lang="es-ES" sz="3600" b="0" strike="noStrike" spc="-1">
              <a:latin typeface="Arial"/>
            </a:endParaRPr>
          </a:p>
          <a:p>
            <a:pPr marL="343080" indent="-342000">
              <a:lnSpc>
                <a:spcPct val="100000"/>
              </a:lnSpc>
              <a:spcBef>
                <a:spcPts val="720"/>
              </a:spcBef>
            </a:pPr>
            <a:r>
              <a:rPr lang="es-ES" sz="3600" b="0" strike="noStrike" spc="-1">
                <a:solidFill>
                  <a:srgbClr val="000000"/>
                </a:solidFill>
                <a:latin typeface="Arial"/>
                <a:ea typeface="DejaVu Sans"/>
              </a:rPr>
              <a:t>	◦ Ahorro de equipos.</a:t>
            </a:r>
            <a:endParaRPr lang="es-ES" sz="3600" b="0" strike="noStrike" spc="-1">
              <a:latin typeface="Arial"/>
            </a:endParaRPr>
          </a:p>
          <a:p>
            <a:pPr marL="343080" indent="-342000">
              <a:lnSpc>
                <a:spcPct val="100000"/>
              </a:lnSpc>
              <a:spcBef>
                <a:spcPts val="720"/>
              </a:spcBef>
            </a:pPr>
            <a:r>
              <a:rPr lang="es-ES" sz="3600" b="0" strike="noStrike" spc="-1">
                <a:solidFill>
                  <a:srgbClr val="000000"/>
                </a:solidFill>
                <a:latin typeface="Arial"/>
                <a:ea typeface="DejaVu Sans"/>
              </a:rPr>
              <a:t>	◦ Ahorro de IPs.</a:t>
            </a:r>
            <a:endParaRPr lang="es-ES" sz="3600" b="0" strike="noStrike" spc="-1">
              <a:latin typeface="Arial"/>
            </a:endParaRPr>
          </a:p>
          <a:p>
            <a:pPr marL="343080" indent="-342000" algn="just">
              <a:lnSpc>
                <a:spcPct val="100000"/>
              </a:lnSpc>
              <a:spcBef>
                <a:spcPts val="720"/>
              </a:spcBef>
            </a:pPr>
            <a:r>
              <a:rPr lang="es-ES" sz="3600" b="0" strike="noStrike" spc="-1">
                <a:solidFill>
                  <a:srgbClr val="000000"/>
                </a:solidFill>
                <a:latin typeface="Arial"/>
                <a:ea typeface="DejaVu Sans"/>
              </a:rPr>
              <a:t>	◦ </a:t>
            </a:r>
            <a:r>
              <a:rPr lang="es-ES" sz="3500" b="0" strike="noStrike" spc="-1">
                <a:solidFill>
                  <a:srgbClr val="000000"/>
                </a:solidFill>
                <a:latin typeface="Arial"/>
                <a:ea typeface="DejaVu Sans"/>
              </a:rPr>
              <a:t>Facilita la administración centralizada.</a:t>
            </a:r>
            <a:endParaRPr lang="es-ES" sz="3500" b="0" strike="noStrike" spc="-1">
              <a:latin typeface="Arial"/>
            </a:endParaRPr>
          </a:p>
          <a:p>
            <a:pPr marL="343080" indent="-342000">
              <a:lnSpc>
                <a:spcPct val="100000"/>
              </a:lnSpc>
              <a:spcBef>
                <a:spcPts val="720"/>
              </a:spcBef>
            </a:pPr>
            <a:endParaRPr lang="es-ES" sz="3500" b="0" strike="noStrike" spc="-1">
              <a:latin typeface="Arial"/>
            </a:endParaRPr>
          </a:p>
        </p:txBody>
      </p:sp>
      <p:sp>
        <p:nvSpPr>
          <p:cNvPr id="47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7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74C727B6-B719-4DEF-9D52-24183541E741}" type="slidenum">
              <a:rPr lang="es-ES" sz="1200" b="0" i="1" strike="noStrike" spc="-1">
                <a:solidFill>
                  <a:srgbClr val="91E614"/>
                </a:solidFill>
                <a:latin typeface="Century Gothic"/>
                <a:ea typeface="DejaVu Sans"/>
              </a:rPr>
              <a:t>88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 Tipos</a:t>
            </a:r>
            <a:endParaRPr lang="es-ES" sz="3400" b="0" strike="noStrike" spc="-1">
              <a:latin typeface="Arial"/>
            </a:endParaRPr>
          </a:p>
        </p:txBody>
      </p:sp>
      <p:sp>
        <p:nvSpPr>
          <p:cNvPr id="47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0" strike="noStrike" spc="-1">
                <a:solidFill>
                  <a:srgbClr val="FF0000"/>
                </a:solidFill>
                <a:latin typeface="Arial"/>
                <a:ea typeface="DejaVu Sans"/>
              </a:rPr>
              <a:t>Basado en puertos</a:t>
            </a:r>
            <a:endParaRPr lang="es-ES" sz="3600" b="0" strike="noStrike" spc="-1">
              <a:latin typeface="Arial"/>
            </a:endParaRPr>
          </a:p>
          <a:p>
            <a:pPr marL="343080" indent="-342000">
              <a:lnSpc>
                <a:spcPct val="100000"/>
              </a:lnSpc>
              <a:spcBef>
                <a:spcPts val="720"/>
              </a:spcBef>
            </a:pPr>
            <a:endParaRPr lang="es-ES" sz="3600" b="0" strike="noStrike" spc="-1">
              <a:latin typeface="Arial"/>
            </a:endParaRPr>
          </a:p>
        </p:txBody>
      </p:sp>
      <p:sp>
        <p:nvSpPr>
          <p:cNvPr id="47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8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F73B776-6554-425F-A588-45A195A613DA}" type="slidenum">
              <a:rPr lang="es-ES" sz="1200" b="0" i="1" strike="noStrike" spc="-1">
                <a:solidFill>
                  <a:srgbClr val="91E614"/>
                </a:solidFill>
                <a:latin typeface="Century Gothic"/>
                <a:ea typeface="DejaVu Sans"/>
              </a:rPr>
              <a:t>89</a:t>
            </a:fld>
            <a:endParaRPr lang="es-ES" sz="1200" b="0" strike="noStrike" spc="-1">
              <a:latin typeface="Arial"/>
            </a:endParaRPr>
          </a:p>
        </p:txBody>
      </p:sp>
      <p:pic>
        <p:nvPicPr>
          <p:cNvPr id="481" name="Picture 2"/>
          <p:cNvPicPr/>
          <p:nvPr/>
        </p:nvPicPr>
        <p:blipFill>
          <a:blip r:embed="rId3"/>
          <a:stretch/>
        </p:blipFill>
        <p:spPr>
          <a:xfrm>
            <a:off x="0" y="1643040"/>
            <a:ext cx="9168480" cy="50058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DE SITIOS WEB. Tipos</a:t>
            </a:r>
            <a:endParaRPr lang="es-ES" sz="3400" b="0" strike="noStrike" spc="-1">
              <a:latin typeface="Arial"/>
            </a:endParaRPr>
          </a:p>
        </p:txBody>
      </p:sp>
      <p:sp>
        <p:nvSpPr>
          <p:cNvPr id="48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720"/>
              </a:spcBef>
            </a:pPr>
            <a:r>
              <a:rPr lang="es-ES" sz="3600" b="0" strike="noStrike" spc="-1">
                <a:solidFill>
                  <a:srgbClr val="FF0000"/>
                </a:solidFill>
                <a:latin typeface="Arial"/>
                <a:ea typeface="DejaVu Sans"/>
              </a:rPr>
              <a:t>Combinaciones</a:t>
            </a:r>
            <a:endParaRPr lang="es-ES" sz="3600" b="0" strike="noStrike" spc="-1">
              <a:latin typeface="Arial"/>
            </a:endParaRPr>
          </a:p>
          <a:p>
            <a:pPr marL="343080" indent="-342000">
              <a:lnSpc>
                <a:spcPct val="100000"/>
              </a:lnSpc>
              <a:spcBef>
                <a:spcPts val="720"/>
              </a:spcBef>
            </a:pPr>
            <a:endParaRPr lang="es-ES" sz="3600" b="0" strike="noStrike" spc="-1">
              <a:latin typeface="Arial"/>
            </a:endParaRPr>
          </a:p>
          <a:p>
            <a:pPr marL="343080" indent="-342000">
              <a:lnSpc>
                <a:spcPct val="100000"/>
              </a:lnSpc>
              <a:spcBef>
                <a:spcPts val="720"/>
              </a:spcBef>
            </a:pPr>
            <a:endParaRPr lang="es-ES" sz="3600" b="0" strike="noStrike" spc="-1">
              <a:latin typeface="Arial"/>
            </a:endParaRPr>
          </a:p>
          <a:p>
            <a:pPr marL="343080" indent="-342000">
              <a:lnSpc>
                <a:spcPct val="100000"/>
              </a:lnSpc>
              <a:spcBef>
                <a:spcPts val="720"/>
              </a:spcBef>
            </a:pPr>
            <a:endParaRPr lang="es-ES" sz="3600" b="0" strike="noStrike" spc="-1">
              <a:latin typeface="Arial"/>
            </a:endParaRPr>
          </a:p>
        </p:txBody>
      </p:sp>
      <p:sp>
        <p:nvSpPr>
          <p:cNvPr id="48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8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DB48138-358B-4880-A675-794134974FCD}" type="slidenum">
              <a:rPr lang="es-ES" sz="1200" b="0" i="1" strike="noStrike" spc="-1">
                <a:solidFill>
                  <a:srgbClr val="91E614"/>
                </a:solidFill>
                <a:latin typeface="Century Gothic"/>
                <a:ea typeface="DejaVu Sans"/>
              </a:rPr>
              <a:t>90</a:t>
            </a:fld>
            <a:endParaRPr lang="es-ES" sz="1200" b="0" strike="noStrike" spc="-1">
              <a:latin typeface="Arial"/>
            </a:endParaRPr>
          </a:p>
        </p:txBody>
      </p:sp>
      <p:pic>
        <p:nvPicPr>
          <p:cNvPr id="486" name="Picture 4"/>
          <p:cNvPicPr/>
          <p:nvPr/>
        </p:nvPicPr>
        <p:blipFill>
          <a:blip r:embed="rId3"/>
          <a:stretch/>
        </p:blipFill>
        <p:spPr>
          <a:xfrm>
            <a:off x="0" y="1643040"/>
            <a:ext cx="9168480" cy="50472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EN APACHE</a:t>
            </a:r>
            <a:endParaRPr lang="es-ES" sz="3400" b="0" strike="noStrike" spc="-1">
              <a:latin typeface="Arial"/>
            </a:endParaRPr>
          </a:p>
        </p:txBody>
      </p:sp>
      <p:sp>
        <p:nvSpPr>
          <p:cNvPr id="48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720"/>
              </a:spcBef>
            </a:pPr>
            <a:r>
              <a:rPr lang="es-ES" sz="3600" b="0" strike="noStrike" spc="-1">
                <a:solidFill>
                  <a:srgbClr val="000000"/>
                </a:solidFill>
                <a:latin typeface="Arial"/>
                <a:ea typeface="DejaVu Sans"/>
              </a:rPr>
              <a:t>Apache admite configuraciones de servidores virtuales:</a:t>
            </a:r>
            <a:endParaRPr lang="es-ES" sz="3600" b="0" strike="noStrike" spc="-1">
              <a:latin typeface="Arial"/>
            </a:endParaRPr>
          </a:p>
          <a:p>
            <a:pPr marL="343080" indent="-342000">
              <a:lnSpc>
                <a:spcPct val="100000"/>
              </a:lnSpc>
              <a:spcBef>
                <a:spcPts val="720"/>
              </a:spcBef>
            </a:pPr>
            <a:r>
              <a:rPr lang="es-ES" sz="3600" b="0" strike="noStrike" spc="-1">
                <a:solidFill>
                  <a:srgbClr val="000000"/>
                </a:solidFill>
                <a:latin typeface="Arial"/>
                <a:ea typeface="DejaVu Sans"/>
              </a:rPr>
              <a:t>◦ Basados en IPs.</a:t>
            </a:r>
            <a:endParaRPr lang="es-ES" sz="3600" b="0" strike="noStrike" spc="-1">
              <a:latin typeface="Arial"/>
            </a:endParaRPr>
          </a:p>
          <a:p>
            <a:pPr marL="343080" indent="-342000">
              <a:lnSpc>
                <a:spcPct val="100000"/>
              </a:lnSpc>
              <a:spcBef>
                <a:spcPts val="720"/>
              </a:spcBef>
            </a:pPr>
            <a:r>
              <a:rPr lang="es-ES" sz="3600" b="0" strike="noStrike" spc="-1">
                <a:solidFill>
                  <a:srgbClr val="000000"/>
                </a:solidFill>
                <a:latin typeface="Arial"/>
                <a:ea typeface="DejaVu Sans"/>
              </a:rPr>
              <a:t>◦ Basados en nombres.</a:t>
            </a:r>
            <a:endParaRPr lang="es-ES" sz="3600" b="0" strike="noStrike" spc="-1">
              <a:latin typeface="Arial"/>
            </a:endParaRPr>
          </a:p>
          <a:p>
            <a:pPr marL="343080" indent="-342000">
              <a:lnSpc>
                <a:spcPct val="100000"/>
              </a:lnSpc>
              <a:spcBef>
                <a:spcPts val="720"/>
              </a:spcBef>
            </a:pPr>
            <a:r>
              <a:rPr lang="es-ES" sz="3600" b="0" strike="noStrike" spc="-1">
                <a:solidFill>
                  <a:srgbClr val="000000"/>
                </a:solidFill>
                <a:latin typeface="Arial"/>
                <a:ea typeface="DejaVu Sans"/>
              </a:rPr>
              <a:t>◦ Basados en puertos.</a:t>
            </a:r>
            <a:endParaRPr lang="es-ES" sz="3600" b="0" strike="noStrike" spc="-1">
              <a:latin typeface="Arial"/>
            </a:endParaRPr>
          </a:p>
          <a:p>
            <a:pPr marL="343080" indent="-342000">
              <a:lnSpc>
                <a:spcPct val="100000"/>
              </a:lnSpc>
              <a:spcBef>
                <a:spcPts val="720"/>
              </a:spcBef>
            </a:pPr>
            <a:endParaRPr lang="es-ES" sz="3600" b="0" strike="noStrike" spc="-1">
              <a:latin typeface="Arial"/>
            </a:endParaRPr>
          </a:p>
          <a:p>
            <a:pPr marL="343080" indent="-342000" algn="just">
              <a:lnSpc>
                <a:spcPct val="100000"/>
              </a:lnSpc>
              <a:spcBef>
                <a:spcPts val="720"/>
              </a:spcBef>
            </a:pPr>
            <a:r>
              <a:rPr lang="es-ES" sz="3600" b="0" strike="noStrike" spc="-1">
                <a:solidFill>
                  <a:srgbClr val="000000"/>
                </a:solidFill>
                <a:latin typeface="Arial"/>
                <a:ea typeface="DejaVu Sans"/>
              </a:rPr>
              <a:t>Estudiaremos los servidores virtuales basados en nombres.</a:t>
            </a:r>
            <a:endParaRPr lang="es-ES" sz="3600" b="0" strike="noStrike" spc="-1">
              <a:latin typeface="Arial"/>
            </a:endParaRPr>
          </a:p>
          <a:p>
            <a:pPr marL="343080" indent="-342000">
              <a:lnSpc>
                <a:spcPct val="100000"/>
              </a:lnSpc>
              <a:spcBef>
                <a:spcPts val="720"/>
              </a:spcBef>
            </a:pPr>
            <a:endParaRPr lang="es-ES" sz="3600" b="0" strike="noStrike" spc="-1">
              <a:latin typeface="Arial"/>
            </a:endParaRPr>
          </a:p>
          <a:p>
            <a:pPr marL="343080" indent="-342000">
              <a:lnSpc>
                <a:spcPct val="100000"/>
              </a:lnSpc>
              <a:spcBef>
                <a:spcPts val="720"/>
              </a:spcBef>
            </a:pPr>
            <a:endParaRPr lang="es-ES" sz="3600" b="0" strike="noStrike" spc="-1">
              <a:latin typeface="Arial"/>
            </a:endParaRPr>
          </a:p>
        </p:txBody>
      </p:sp>
      <p:sp>
        <p:nvSpPr>
          <p:cNvPr id="48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9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3C8D5C2-3178-4B2A-B2F2-6C0CD24DD395}" type="slidenum">
              <a:rPr lang="es-ES" sz="1200" b="0" i="1" strike="noStrike" spc="-1">
                <a:solidFill>
                  <a:srgbClr val="91E614"/>
                </a:solidFill>
                <a:latin typeface="Century Gothic"/>
                <a:ea typeface="DejaVu Sans"/>
              </a:rPr>
              <a:t>91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400" b="1" strike="noStrike" spc="-1">
                <a:solidFill>
                  <a:srgbClr val="66FF33"/>
                </a:solidFill>
                <a:latin typeface="Century Gothic"/>
                <a:ea typeface="DejaVu Sans"/>
              </a:rPr>
              <a:t>TEMA 5. ALOJAMIENTO VIRTUAL EN APACHE</a:t>
            </a:r>
            <a:endParaRPr lang="es-ES" sz="3400" b="0" strike="noStrike" spc="-1">
              <a:latin typeface="Arial"/>
            </a:endParaRPr>
          </a:p>
        </p:txBody>
      </p:sp>
      <p:sp>
        <p:nvSpPr>
          <p:cNvPr id="49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Todo aquello que no esté incluido en la definición de cada </a:t>
            </a:r>
            <a:r>
              <a:rPr lang="es-ES" sz="3200" b="0" i="1" strike="noStrike" spc="-1">
                <a:solidFill>
                  <a:srgbClr val="000000"/>
                </a:solidFill>
                <a:latin typeface="Arial"/>
                <a:ea typeface="DejaVu Sans"/>
              </a:rPr>
              <a:t>virtualhost</a:t>
            </a:r>
            <a:r>
              <a:rPr lang="es-ES" sz="3200" b="0" strike="noStrike" spc="-1">
                <a:solidFill>
                  <a:srgbClr val="000000"/>
                </a:solidFill>
                <a:latin typeface="Arial"/>
                <a:ea typeface="DejaVu Sans"/>
              </a:rPr>
              <a:t> se heredará de la configuración principal: </a:t>
            </a:r>
            <a:r>
              <a:rPr lang="es-ES" sz="3200" b="1" strike="noStrike" spc="-1">
                <a:solidFill>
                  <a:srgbClr val="000000"/>
                </a:solidFill>
                <a:latin typeface="Arial"/>
                <a:ea typeface="DejaVu Sans"/>
              </a:rPr>
              <a:t>apache2.conf</a:t>
            </a:r>
            <a:r>
              <a:rPr lang="es-ES" sz="3200" b="0" strike="noStrike" spc="-1">
                <a:solidFill>
                  <a:srgbClr val="000000"/>
                </a:solidFill>
                <a:latin typeface="Arial"/>
                <a:ea typeface="DejaVu Sans"/>
              </a:rPr>
              <a:t> (</a:t>
            </a:r>
            <a:r>
              <a:rPr lang="es-ES" sz="3200" b="0" i="1" strike="noStrike" spc="-1">
                <a:solidFill>
                  <a:srgbClr val="000000"/>
                </a:solidFill>
                <a:latin typeface="Arial"/>
                <a:ea typeface="DejaVu Sans"/>
              </a:rPr>
              <a:t>/etc/apache2/apache2.conf</a:t>
            </a:r>
            <a:r>
              <a:rPr lang="es-ES" sz="3200" b="0" strike="noStrike" spc="-1">
                <a:solidFill>
                  <a:srgbClr val="000000"/>
                </a:solidFill>
                <a:latin typeface="Arial"/>
                <a:ea typeface="DejaVu Sans"/>
              </a:rPr>
              <a:t>).</a:t>
            </a:r>
            <a:endParaRPr lang="es-ES" sz="3200" b="0" strike="noStrike" spc="-1">
              <a:latin typeface="Arial"/>
            </a:endParaRPr>
          </a:p>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Hay un servidor virtual por defecto (000-</a:t>
            </a:r>
            <a:r>
              <a:rPr lang="es-ES" sz="3200" b="0" i="1" strike="noStrike" spc="-1">
                <a:solidFill>
                  <a:srgbClr val="000000"/>
                </a:solidFill>
                <a:latin typeface="Arial"/>
                <a:ea typeface="DejaVu Sans"/>
              </a:rPr>
              <a:t>default.conf</a:t>
            </a:r>
            <a:r>
              <a:rPr lang="es-ES" sz="3200" b="0" strike="noStrike" spc="-1">
                <a:solidFill>
                  <a:srgbClr val="000000"/>
                </a:solidFill>
                <a:latin typeface="Arial"/>
                <a:ea typeface="DejaVu Sans"/>
              </a:rPr>
              <a:t>).</a:t>
            </a:r>
            <a:endParaRPr lang="es-ES" sz="3200" b="0" strike="noStrike" spc="-1">
              <a:latin typeface="Arial"/>
            </a:endParaRPr>
          </a:p>
          <a:p>
            <a:pPr marL="343080" indent="-342000" algn="just">
              <a:lnSpc>
                <a:spcPct val="100000"/>
              </a:lnSpc>
              <a:spcBef>
                <a:spcPts val="641"/>
              </a:spcBef>
              <a:buClr>
                <a:srgbClr val="000000"/>
              </a:buClr>
              <a:buFont typeface="Arial"/>
              <a:buChar char="•"/>
            </a:pPr>
            <a:r>
              <a:rPr lang="es-ES" sz="3200" b="0" strike="noStrike" spc="-1">
                <a:solidFill>
                  <a:srgbClr val="000000"/>
                </a:solidFill>
                <a:latin typeface="Arial"/>
                <a:ea typeface="DejaVu Sans"/>
              </a:rPr>
              <a:t>La configuración de cada servidor virtual se realiza utilizando la directiva </a:t>
            </a:r>
            <a:r>
              <a:rPr lang="es-ES" sz="3200" b="1" i="1" strike="noStrike" spc="-1">
                <a:solidFill>
                  <a:srgbClr val="000000"/>
                </a:solidFill>
                <a:latin typeface="Arial"/>
                <a:ea typeface="DejaVu Sans"/>
              </a:rPr>
              <a:t>&lt;VirtualHost&gt; … &lt;/VirtualHost&gt;</a:t>
            </a:r>
            <a:r>
              <a:rPr lang="es-ES" sz="3200" b="0" strike="noStrike" spc="-1">
                <a:solidFill>
                  <a:srgbClr val="000000"/>
                </a:solidFill>
                <a:latin typeface="Arial"/>
                <a:ea typeface="DejaVu Sans"/>
              </a:rPr>
              <a:t>.</a:t>
            </a:r>
            <a:endParaRPr lang="es-ES" sz="3200" b="0" strike="noStrike" spc="-1">
              <a:latin typeface="Arial"/>
            </a:endParaRPr>
          </a:p>
          <a:p>
            <a:pPr algn="just">
              <a:lnSpc>
                <a:spcPct val="100000"/>
              </a:lnSpc>
              <a:spcBef>
                <a:spcPts val="641"/>
              </a:spcBef>
            </a:pPr>
            <a:endParaRPr lang="es-ES" sz="3200" b="0" strike="noStrike" spc="-1">
              <a:latin typeface="Arial"/>
            </a:endParaRPr>
          </a:p>
          <a:p>
            <a:pPr algn="just">
              <a:lnSpc>
                <a:spcPct val="100000"/>
              </a:lnSpc>
              <a:spcBef>
                <a:spcPts val="641"/>
              </a:spcBef>
            </a:pPr>
            <a:endParaRPr lang="es-ES" sz="3200" b="0" strike="noStrike" spc="-1">
              <a:latin typeface="Arial"/>
            </a:endParaRPr>
          </a:p>
          <a:p>
            <a:pPr algn="just">
              <a:lnSpc>
                <a:spcPct val="100000"/>
              </a:lnSpc>
              <a:spcBef>
                <a:spcPts val="641"/>
              </a:spcBef>
            </a:pPr>
            <a:endParaRPr lang="es-ES" sz="3200" b="0" strike="noStrike" spc="-1">
              <a:latin typeface="Arial"/>
            </a:endParaRPr>
          </a:p>
          <a:p>
            <a:pPr marL="343080" indent="-342000">
              <a:lnSpc>
                <a:spcPct val="100000"/>
              </a:lnSpc>
              <a:spcBef>
                <a:spcPts val="720"/>
              </a:spcBef>
            </a:pPr>
            <a:endParaRPr lang="es-ES" sz="3200" b="0" strike="noStrike" spc="-1">
              <a:latin typeface="Arial"/>
            </a:endParaRPr>
          </a:p>
          <a:p>
            <a:pPr marL="343080" indent="-342000">
              <a:lnSpc>
                <a:spcPct val="100000"/>
              </a:lnSpc>
              <a:spcBef>
                <a:spcPts val="720"/>
              </a:spcBef>
            </a:pPr>
            <a:endParaRPr lang="es-ES" sz="3200" b="0" strike="noStrike" spc="-1">
              <a:latin typeface="Arial"/>
            </a:endParaRPr>
          </a:p>
        </p:txBody>
      </p:sp>
      <p:sp>
        <p:nvSpPr>
          <p:cNvPr id="49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9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D064F22-455B-4292-898D-BE1C38815EAC}" type="slidenum">
              <a:rPr lang="es-ES" sz="1200" b="0" i="1" strike="noStrike" spc="-1">
                <a:solidFill>
                  <a:srgbClr val="91E614"/>
                </a:solidFill>
                <a:latin typeface="Century Gothic"/>
                <a:ea typeface="DejaVu Sans"/>
              </a:rPr>
              <a:t>92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000" b="1" strike="noStrike" spc="-1">
                <a:solidFill>
                  <a:srgbClr val="66FF33"/>
                </a:solidFill>
                <a:latin typeface="Century Gothic"/>
                <a:ea typeface="DejaVu Sans"/>
              </a:rPr>
              <a:t>TEMA 5. ALOJAMIENTO VIRTUAL EN APACHE. Configuración</a:t>
            </a:r>
            <a:r>
              <a:rPr lang="es-ES" sz="3000" b="0" strike="noStrike" spc="-1">
                <a:solidFill>
                  <a:srgbClr val="66FF33"/>
                </a:solidFill>
                <a:latin typeface="Century Gothic"/>
                <a:ea typeface="DejaVu Sans"/>
              </a:rPr>
              <a:t> (Debian/Ubuntu)</a:t>
            </a:r>
            <a:r>
              <a:rPr lang="es-ES" sz="3000" b="1" strike="noStrike" spc="-1">
                <a:solidFill>
                  <a:srgbClr val="66FF33"/>
                </a:solidFill>
                <a:latin typeface="Century Gothic"/>
                <a:ea typeface="DejaVu Sans"/>
              </a:rPr>
              <a:t> </a:t>
            </a:r>
            <a:endParaRPr lang="es-ES" sz="3000" b="0" strike="noStrike" spc="-1">
              <a:latin typeface="Arial"/>
            </a:endParaRPr>
          </a:p>
        </p:txBody>
      </p:sp>
      <p:sp>
        <p:nvSpPr>
          <p:cNvPr id="49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/etc/apache2/sites-available/</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Directorio que contiene los ficheros de configuración de servidores virtuales disponibles.</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Por defecto están creados el fichero </a:t>
            </a:r>
            <a:r>
              <a:rPr lang="es-ES" sz="2800" b="1" strike="noStrike" spc="-1">
                <a:solidFill>
                  <a:srgbClr val="000000"/>
                </a:solidFill>
                <a:latin typeface="Arial"/>
                <a:ea typeface="DejaVu Sans"/>
              </a:rPr>
              <a:t>000-default.conf </a:t>
            </a:r>
            <a:r>
              <a:rPr lang="es-ES" sz="2800" b="0" strike="noStrike" spc="-1">
                <a:solidFill>
                  <a:srgbClr val="000000"/>
                </a:solidFill>
                <a:latin typeface="Arial"/>
                <a:ea typeface="DejaVu Sans"/>
              </a:rPr>
              <a:t>con la configuración del servidor virtual por defecto y el fichero </a:t>
            </a:r>
            <a:r>
              <a:rPr lang="es-ES" sz="2800" b="1" strike="noStrike" spc="-1">
                <a:solidFill>
                  <a:srgbClr val="000000"/>
                </a:solidFill>
                <a:latin typeface="Arial"/>
                <a:ea typeface="DejaVu Sans"/>
              </a:rPr>
              <a:t>default-ssl.conf </a:t>
            </a:r>
            <a:r>
              <a:rPr lang="es-ES" sz="2800" b="0" strike="noStrike" spc="-1">
                <a:solidFill>
                  <a:srgbClr val="000000"/>
                </a:solidFill>
                <a:latin typeface="Arial"/>
                <a:ea typeface="DejaVu Sans"/>
              </a:rPr>
              <a:t>con la configuración de un</a:t>
            </a:r>
            <a:r>
              <a:rPr lang="es-ES" sz="2800" b="1" strike="noStrike" spc="-1">
                <a:solidFill>
                  <a:srgbClr val="000000"/>
                </a:solidFill>
                <a:latin typeface="Arial"/>
                <a:ea typeface="DejaVu Sans"/>
              </a:rPr>
              <a:t> </a:t>
            </a:r>
            <a:r>
              <a:rPr lang="es-ES" sz="2800" b="0" strike="noStrike" spc="-1">
                <a:solidFill>
                  <a:srgbClr val="000000"/>
                </a:solidFill>
                <a:latin typeface="Arial"/>
                <a:ea typeface="DejaVu Sans"/>
              </a:rPr>
              <a:t>servidor por defecto seguro.</a:t>
            </a:r>
            <a:endParaRPr lang="es-ES" sz="2800" b="0" strike="noStrike" spc="-1">
              <a:latin typeface="Arial"/>
            </a:endParaRPr>
          </a:p>
        </p:txBody>
      </p:sp>
      <p:sp>
        <p:nvSpPr>
          <p:cNvPr id="49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49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17C41B1-A619-4A19-98AA-AAA64573E2CF}" type="slidenum">
              <a:rPr lang="es-ES" sz="1200" b="0" i="1" strike="noStrike" spc="-1">
                <a:solidFill>
                  <a:srgbClr val="91E614"/>
                </a:solidFill>
                <a:latin typeface="Century Gothic"/>
                <a:ea typeface="DejaVu Sans"/>
              </a:rPr>
              <a:t>93</a:t>
            </a:fld>
            <a:endParaRPr lang="es-ES" sz="1200" b="0" strike="noStrike" spc="-1">
              <a:latin typeface="Arial"/>
            </a:endParaRPr>
          </a:p>
        </p:txBody>
      </p:sp>
      <p:pic>
        <p:nvPicPr>
          <p:cNvPr id="499" name="Picture 2"/>
          <p:cNvPicPr/>
          <p:nvPr/>
        </p:nvPicPr>
        <p:blipFill>
          <a:blip r:embed="rId3"/>
          <a:stretch/>
        </p:blipFill>
        <p:spPr>
          <a:xfrm>
            <a:off x="1547640" y="5301360"/>
            <a:ext cx="7327440" cy="5374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0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1" strike="noStrike" spc="-1">
                <a:solidFill>
                  <a:srgbClr val="000000"/>
                </a:solidFill>
                <a:latin typeface="Arial"/>
                <a:ea typeface="DejaVu Sans"/>
              </a:rPr>
              <a:t>/etc/apache2/sites-enabled/</a:t>
            </a:r>
            <a:endParaRPr lang="es-ES" sz="28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Directorio que contiene enlaces simbólicos a los ficheros de </a:t>
            </a:r>
            <a:r>
              <a:rPr lang="es-ES" sz="2400" b="1" strike="noStrike" spc="-1">
                <a:solidFill>
                  <a:srgbClr val="000000"/>
                </a:solidFill>
                <a:latin typeface="Arial"/>
                <a:ea typeface="DejaVu Sans"/>
              </a:rPr>
              <a:t>sites-available</a:t>
            </a:r>
            <a:r>
              <a:rPr lang="es-ES" sz="2400" b="0" strike="noStrike" spc="-1">
                <a:solidFill>
                  <a:srgbClr val="000000"/>
                </a:solidFill>
                <a:latin typeface="Arial"/>
                <a:ea typeface="DejaVu Sans"/>
              </a:rPr>
              <a:t>.</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Los enlaces serán los servidores virtuales habilitados.</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Este directorio se incluye (include) en </a:t>
            </a:r>
            <a:r>
              <a:rPr lang="es-ES" sz="2400" b="1" strike="noStrike" spc="-1">
                <a:solidFill>
                  <a:srgbClr val="000000"/>
                </a:solidFill>
                <a:latin typeface="Arial"/>
                <a:ea typeface="DejaVu Sans"/>
              </a:rPr>
              <a:t>apache2.conf</a:t>
            </a:r>
            <a:r>
              <a:rPr lang="es-ES" sz="2400" b="0" strike="noStrike" spc="-1">
                <a:solidFill>
                  <a:srgbClr val="000000"/>
                </a:solidFill>
                <a:latin typeface="Arial"/>
                <a:ea typeface="DejaVu Sans"/>
              </a:rPr>
              <a:t>.</a:t>
            </a:r>
            <a:endParaRPr lang="es-ES" sz="2400" b="0" strike="noStrike" spc="-1">
              <a:latin typeface="Arial"/>
            </a:endParaRPr>
          </a:p>
          <a:p>
            <a:pPr marL="343080" indent="-342000" algn="just">
              <a:lnSpc>
                <a:spcPct val="100000"/>
              </a:lnSpc>
              <a:spcBef>
                <a:spcPts val="479"/>
              </a:spcBef>
              <a:buClr>
                <a:srgbClr val="000000"/>
              </a:buClr>
              <a:buFont typeface="Symbol"/>
              <a:buChar char=""/>
            </a:pPr>
            <a:r>
              <a:rPr lang="es-ES" sz="2400" b="0" strike="noStrike" spc="-1">
                <a:solidFill>
                  <a:srgbClr val="000000"/>
                </a:solidFill>
                <a:latin typeface="Arial"/>
                <a:ea typeface="DejaVu Sans"/>
              </a:rPr>
              <a:t>Por defecto está creado el fichero </a:t>
            </a:r>
            <a:r>
              <a:rPr lang="es-ES" sz="2400" b="1" strike="noStrike" spc="-1">
                <a:solidFill>
                  <a:srgbClr val="000000"/>
                </a:solidFill>
                <a:latin typeface="Arial"/>
                <a:ea typeface="DejaVu Sans"/>
              </a:rPr>
              <a:t>000-default.conf </a:t>
            </a:r>
            <a:r>
              <a:rPr lang="es-ES" sz="2400" b="0" strike="noStrike" spc="-1">
                <a:solidFill>
                  <a:srgbClr val="000000"/>
                </a:solidFill>
                <a:latin typeface="Arial"/>
                <a:ea typeface="DejaVu Sans"/>
              </a:rPr>
              <a:t>que es un enlace al fichero </a:t>
            </a:r>
            <a:r>
              <a:rPr lang="es-ES" sz="2400" b="1" strike="noStrike" spc="-1">
                <a:solidFill>
                  <a:srgbClr val="000000"/>
                </a:solidFill>
                <a:latin typeface="Arial"/>
                <a:ea typeface="DejaVu Sans"/>
              </a:rPr>
              <a:t>000-default.conf</a:t>
            </a:r>
            <a:r>
              <a:rPr lang="es-ES" sz="2400" b="0" strike="noStrike" spc="-1">
                <a:solidFill>
                  <a:srgbClr val="000000"/>
                </a:solidFill>
                <a:latin typeface="Arial"/>
                <a:ea typeface="DejaVu Sans"/>
              </a:rPr>
              <a:t> del directorio </a:t>
            </a:r>
            <a:r>
              <a:rPr lang="es-ES" sz="2400" b="1" strike="noStrike" spc="-1">
                <a:solidFill>
                  <a:srgbClr val="000000"/>
                </a:solidFill>
                <a:latin typeface="Arial"/>
                <a:ea typeface="DejaVu Sans"/>
              </a:rPr>
              <a:t>sites-available</a:t>
            </a:r>
            <a:r>
              <a:rPr lang="es-ES" sz="2400" b="0" strike="noStrike" spc="-1">
                <a:solidFill>
                  <a:srgbClr val="000000"/>
                </a:solidFill>
                <a:latin typeface="Arial"/>
                <a:ea typeface="DejaVu Sans"/>
              </a:rPr>
              <a:t>.</a:t>
            </a:r>
            <a:endParaRPr lang="es-ES" sz="2400" b="0" strike="noStrike" spc="-1">
              <a:latin typeface="Arial"/>
            </a:endParaRPr>
          </a:p>
        </p:txBody>
      </p:sp>
      <p:sp>
        <p:nvSpPr>
          <p:cNvPr id="50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0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165C994-700A-4FAB-B9F0-93F239F62B3D}" type="slidenum">
              <a:rPr lang="es-ES" sz="1200" b="0" i="1" strike="noStrike" spc="-1">
                <a:solidFill>
                  <a:srgbClr val="91E614"/>
                </a:solidFill>
                <a:latin typeface="Century Gothic"/>
                <a:ea typeface="DejaVu Sans"/>
              </a:rPr>
              <a:t>94</a:t>
            </a:fld>
            <a:endParaRPr lang="es-ES" sz="1200" b="0" strike="noStrike" spc="-1">
              <a:latin typeface="Arial"/>
            </a:endParaRPr>
          </a:p>
        </p:txBody>
      </p:sp>
      <p:pic>
        <p:nvPicPr>
          <p:cNvPr id="504" name="Picture 1"/>
          <p:cNvPicPr/>
          <p:nvPr/>
        </p:nvPicPr>
        <p:blipFill>
          <a:blip r:embed="rId3"/>
          <a:stretch/>
        </p:blipFill>
        <p:spPr>
          <a:xfrm>
            <a:off x="10800" y="4725000"/>
            <a:ext cx="9070920" cy="5659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0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720"/>
              </a:spcBef>
            </a:pPr>
            <a:r>
              <a:rPr lang="es-ES" sz="2400" b="0" strike="noStrike" spc="-1">
                <a:solidFill>
                  <a:srgbClr val="000000"/>
                </a:solidFill>
                <a:latin typeface="Arial"/>
                <a:ea typeface="DejaVu Sans"/>
              </a:rPr>
              <a:t> </a:t>
            </a:r>
            <a:r>
              <a:rPr lang="es-ES" sz="3600" b="0" strike="noStrike" spc="-1">
                <a:solidFill>
                  <a:srgbClr val="000000"/>
                </a:solidFill>
                <a:latin typeface="Arial"/>
                <a:ea typeface="DejaVu Sans"/>
              </a:rPr>
              <a:t>Podemos consultar la configuración del servidor virtual por defecto:</a:t>
            </a:r>
            <a:endParaRPr lang="es-ES" sz="3600" b="0" strike="noStrike" spc="-1">
              <a:latin typeface="Arial"/>
            </a:endParaRPr>
          </a:p>
          <a:p>
            <a:pPr algn="just">
              <a:lnSpc>
                <a:spcPct val="100000"/>
              </a:lnSpc>
              <a:spcBef>
                <a:spcPts val="720"/>
              </a:spcBef>
            </a:pPr>
            <a:endParaRPr lang="es-ES" sz="3600" b="0" strike="noStrike" spc="-1">
              <a:latin typeface="Arial"/>
            </a:endParaRPr>
          </a:p>
          <a:p>
            <a:pPr>
              <a:lnSpc>
                <a:spcPct val="100000"/>
              </a:lnSpc>
              <a:spcBef>
                <a:spcPts val="479"/>
              </a:spcBef>
            </a:pPr>
            <a:r>
              <a:rPr lang="es-ES" sz="2400" b="1" strike="noStrike" spc="-1">
                <a:solidFill>
                  <a:srgbClr val="000000"/>
                </a:solidFill>
                <a:latin typeface="Arial"/>
                <a:ea typeface="DejaVu Sans"/>
              </a:rPr>
              <a:t>sudo nano /etc/apache2/sites-available/000-default.conf</a:t>
            </a:r>
            <a:endParaRPr lang="es-ES" sz="2400" b="0" strike="noStrike" spc="-1">
              <a:latin typeface="Arial"/>
            </a:endParaRPr>
          </a:p>
          <a:p>
            <a:pPr algn="just">
              <a:lnSpc>
                <a:spcPct val="100000"/>
              </a:lnSpc>
              <a:spcBef>
                <a:spcPts val="479"/>
              </a:spcBef>
            </a:pPr>
            <a:endParaRPr lang="es-ES" sz="2400" b="0" strike="noStrike" spc="-1">
              <a:latin typeface="Arial"/>
            </a:endParaRPr>
          </a:p>
        </p:txBody>
      </p:sp>
      <p:sp>
        <p:nvSpPr>
          <p:cNvPr id="50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0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9DF7D1C-B19E-4898-A1F4-4D1C6F36087F}" type="slidenum">
              <a:rPr lang="es-ES" sz="1200" b="0" i="1" strike="noStrike" spc="-1">
                <a:solidFill>
                  <a:srgbClr val="91E614"/>
                </a:solidFill>
                <a:latin typeface="Century Gothic"/>
                <a:ea typeface="DejaVu Sans"/>
              </a:rPr>
              <a:t>95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1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0" strike="noStrike" spc="-1">
                <a:solidFill>
                  <a:srgbClr val="000000"/>
                </a:solidFill>
                <a:latin typeface="Arial"/>
                <a:ea typeface="DejaVu Sans"/>
              </a:rPr>
              <a:t> </a:t>
            </a:r>
            <a:endParaRPr lang="es-ES" sz="2400" b="0" strike="noStrike" spc="-1">
              <a:latin typeface="Arial"/>
            </a:endParaRPr>
          </a:p>
        </p:txBody>
      </p:sp>
      <p:sp>
        <p:nvSpPr>
          <p:cNvPr id="51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1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30F531D-7B36-4F73-8917-034B70A887A1}" type="slidenum">
              <a:rPr lang="es-ES" sz="1200" b="0" i="1" strike="noStrike" spc="-1">
                <a:solidFill>
                  <a:srgbClr val="91E614"/>
                </a:solidFill>
                <a:latin typeface="Century Gothic"/>
                <a:ea typeface="DejaVu Sans"/>
              </a:rPr>
              <a:t>96</a:t>
            </a:fld>
            <a:endParaRPr lang="es-ES" sz="1200" b="0" strike="noStrike" spc="-1">
              <a:latin typeface="Arial"/>
            </a:endParaRPr>
          </a:p>
        </p:txBody>
      </p:sp>
      <p:pic>
        <p:nvPicPr>
          <p:cNvPr id="513" name="Imagen 1"/>
          <p:cNvPicPr/>
          <p:nvPr/>
        </p:nvPicPr>
        <p:blipFill>
          <a:blip r:embed="rId3"/>
          <a:stretch/>
        </p:blipFill>
        <p:spPr>
          <a:xfrm>
            <a:off x="467640" y="1125360"/>
            <a:ext cx="8688240" cy="54709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95600" indent="-16945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1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En el directorio </a:t>
            </a:r>
            <a:r>
              <a:rPr lang="es-ES" sz="3200" b="1" strike="noStrike" spc="-1">
                <a:solidFill>
                  <a:srgbClr val="000000"/>
                </a:solidFill>
                <a:latin typeface="Arial"/>
                <a:ea typeface="DejaVu Sans"/>
              </a:rPr>
              <a:t>/etc/apache2/sites-available</a:t>
            </a:r>
            <a:r>
              <a:rPr lang="es-ES" sz="3200" b="0" strike="noStrike" spc="-1">
                <a:solidFill>
                  <a:srgbClr val="000000"/>
                </a:solidFill>
                <a:latin typeface="Arial"/>
                <a:ea typeface="DejaVu Sans"/>
              </a:rPr>
              <a:t> guardaremos todos los archivos que tienen la configuración de los </a:t>
            </a:r>
            <a:r>
              <a:rPr lang="es-ES" sz="3200" b="0" i="1" strike="noStrike" spc="-1">
                <a:solidFill>
                  <a:srgbClr val="000000"/>
                </a:solidFill>
                <a:latin typeface="Arial"/>
                <a:ea typeface="DejaVu Sans"/>
              </a:rPr>
              <a:t>VirtualHost</a:t>
            </a:r>
            <a:r>
              <a:rPr lang="es-ES" sz="3200" b="0" strike="noStrike" spc="-1">
                <a:solidFill>
                  <a:srgbClr val="000000"/>
                </a:solidFill>
                <a:latin typeface="Arial"/>
                <a:ea typeface="DejaVu Sans"/>
              </a:rPr>
              <a:t> definidos en Apache. En </a:t>
            </a:r>
            <a:r>
              <a:rPr lang="es-ES" sz="3200" b="1" strike="noStrike" spc="-1">
                <a:solidFill>
                  <a:srgbClr val="000000"/>
                </a:solidFill>
                <a:latin typeface="Arial"/>
                <a:ea typeface="DejaVu Sans"/>
              </a:rPr>
              <a:t>/etc/apache2/sites-enabled/</a:t>
            </a:r>
            <a:r>
              <a:rPr lang="es-ES" sz="3200" b="0" strike="noStrike" spc="-1">
                <a:solidFill>
                  <a:srgbClr val="000000"/>
                </a:solidFill>
                <a:latin typeface="Arial"/>
                <a:ea typeface="DejaVu Sans"/>
              </a:rPr>
              <a:t> están los enlaces a las configuraciones definidas en el directorio anterior, indicando cuáles de ellas están activas.</a:t>
            </a:r>
            <a:endParaRPr lang="es-ES" sz="3200" b="0" strike="noStrike" spc="-1">
              <a:latin typeface="Arial"/>
            </a:endParaRPr>
          </a:p>
          <a:p>
            <a:pPr algn="just">
              <a:lnSpc>
                <a:spcPct val="100000"/>
              </a:lnSpc>
              <a:spcBef>
                <a:spcPts val="479"/>
              </a:spcBef>
            </a:pPr>
            <a:endParaRPr lang="es-ES" sz="3200" b="0" strike="noStrike" spc="-1">
              <a:latin typeface="Arial"/>
            </a:endParaRPr>
          </a:p>
        </p:txBody>
      </p:sp>
      <p:sp>
        <p:nvSpPr>
          <p:cNvPr id="51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1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267923A-8E90-4266-AC3F-676D9FDB4FEB}" type="slidenum">
              <a:rPr lang="es-ES" sz="1200" b="0" i="1" strike="noStrike" spc="-1">
                <a:solidFill>
                  <a:srgbClr val="91E614"/>
                </a:solidFill>
                <a:latin typeface="Century Gothic"/>
                <a:ea typeface="DejaVu Sans"/>
              </a:rPr>
              <a:t>97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1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561"/>
              </a:spcBef>
            </a:pPr>
            <a:r>
              <a:rPr lang="es-ES" sz="2800" b="1" strike="noStrike" spc="-1">
                <a:solidFill>
                  <a:srgbClr val="FF0000"/>
                </a:solidFill>
                <a:latin typeface="Arial"/>
                <a:ea typeface="DejaVu Sans"/>
              </a:rPr>
              <a:t>Pasos a seguir para habilitar un servidor virtual</a:t>
            </a:r>
            <a:endParaRPr lang="es-ES" sz="2800" b="0" strike="noStrike" spc="-1">
              <a:latin typeface="Arial"/>
            </a:endParaRPr>
          </a:p>
          <a:p>
            <a:pPr marL="514440" indent="-513360" algn="just">
              <a:lnSpc>
                <a:spcPct val="100000"/>
              </a:lnSpc>
              <a:spcBef>
                <a:spcPts val="561"/>
              </a:spcBef>
              <a:buClr>
                <a:srgbClr val="000000"/>
              </a:buClr>
              <a:buFont typeface="StarSymbol"/>
              <a:buAutoNum type="arabicPeriod"/>
            </a:pPr>
            <a:r>
              <a:rPr lang="es-ES" sz="2800" b="0" strike="noStrike" spc="-1">
                <a:solidFill>
                  <a:srgbClr val="000000"/>
                </a:solidFill>
                <a:latin typeface="Arial"/>
                <a:ea typeface="DejaVu Sans"/>
              </a:rPr>
              <a:t>Activar el módulo de virtual hosts (</a:t>
            </a:r>
            <a:r>
              <a:rPr lang="es-ES" sz="2800" b="0" i="1" strike="noStrike" spc="-1">
                <a:solidFill>
                  <a:srgbClr val="000000"/>
                </a:solidFill>
                <a:latin typeface="Arial"/>
                <a:ea typeface="DejaVu Sans"/>
              </a:rPr>
              <a:t>vhost_alias</a:t>
            </a:r>
            <a:r>
              <a:rPr lang="es-ES" sz="2800" b="0" strike="noStrike" spc="-1">
                <a:solidFill>
                  <a:srgbClr val="000000"/>
                </a:solidFill>
                <a:latin typeface="Arial"/>
                <a:ea typeface="DejaVu Sans"/>
              </a:rPr>
              <a:t>). No hace falta instalar ningún paquete de software adicional, por lo tanto sólo hay que hacer lo siguiente:</a:t>
            </a:r>
            <a:endParaRPr lang="es-ES" sz="2800" b="0" strike="noStrike" spc="-1">
              <a:latin typeface="Arial"/>
            </a:endParaRPr>
          </a:p>
          <a:p>
            <a:pPr>
              <a:lnSpc>
                <a:spcPct val="100000"/>
              </a:lnSpc>
              <a:spcBef>
                <a:spcPts val="561"/>
              </a:spcBef>
            </a:pPr>
            <a:r>
              <a:rPr lang="es-ES" sz="2800" b="1" strike="noStrike" spc="-1">
                <a:solidFill>
                  <a:srgbClr val="000000"/>
                </a:solidFill>
                <a:latin typeface="Arial"/>
                <a:ea typeface="DejaVu Sans"/>
              </a:rPr>
              <a:t>		sudo a2enmod vhost_alias</a:t>
            </a:r>
            <a:endParaRPr lang="es-ES" sz="2800" b="0" strike="noStrike" spc="-1">
              <a:latin typeface="Arial"/>
            </a:endParaRPr>
          </a:p>
          <a:p>
            <a:pPr algn="just">
              <a:lnSpc>
                <a:spcPct val="100000"/>
              </a:lnSpc>
              <a:spcBef>
                <a:spcPts val="479"/>
              </a:spcBef>
            </a:pPr>
            <a:endParaRPr lang="es-ES" sz="2800" b="0" strike="noStrike" spc="-1">
              <a:latin typeface="Arial"/>
            </a:endParaRPr>
          </a:p>
          <a:p>
            <a:pPr algn="just">
              <a:lnSpc>
                <a:spcPct val="100000"/>
              </a:lnSpc>
              <a:spcBef>
                <a:spcPts val="479"/>
              </a:spcBef>
            </a:pPr>
            <a:endParaRPr lang="es-ES" sz="2800" b="0" strike="noStrike" spc="-1">
              <a:latin typeface="Arial"/>
            </a:endParaRPr>
          </a:p>
        </p:txBody>
      </p:sp>
      <p:sp>
        <p:nvSpPr>
          <p:cNvPr id="52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2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B0D3565-DC5E-4DF9-A7FA-110EFE9EB98B}" type="slidenum">
              <a:rPr lang="es-ES" sz="1200" b="0" i="1" strike="noStrike" spc="-1">
                <a:solidFill>
                  <a:srgbClr val="91E614"/>
                </a:solidFill>
                <a:latin typeface="Century Gothic"/>
                <a:ea typeface="DejaVu Sans"/>
              </a:rPr>
              <a:t>98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08120" indent="-160704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2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514440" indent="-513360" algn="just">
              <a:lnSpc>
                <a:spcPct val="100000"/>
              </a:lnSpc>
              <a:spcBef>
                <a:spcPts val="561"/>
              </a:spcBef>
              <a:buClr>
                <a:srgbClr val="000000"/>
              </a:buClr>
              <a:buFont typeface="StarSymbol"/>
              <a:buAutoNum type="arabicPeriod" startAt="2"/>
            </a:pPr>
            <a:r>
              <a:rPr lang="es-ES" sz="2800" b="0" strike="noStrike" spc="-1">
                <a:solidFill>
                  <a:srgbClr val="000000"/>
                </a:solidFill>
                <a:latin typeface="Arial"/>
                <a:ea typeface="DejaVu Sans"/>
              </a:rPr>
              <a:t>Luego es necesario reiniciar apache, para lo cual usaremos el siguiente comando:</a:t>
            </a:r>
            <a:endParaRPr lang="es-ES" sz="2800" b="0" strike="noStrike" spc="-1">
              <a:latin typeface="Arial"/>
            </a:endParaRPr>
          </a:p>
          <a:p>
            <a:pPr>
              <a:lnSpc>
                <a:spcPct val="100000"/>
              </a:lnSpc>
              <a:spcBef>
                <a:spcPts val="561"/>
              </a:spcBef>
            </a:pPr>
            <a:r>
              <a:rPr lang="es-ES" sz="2800" b="1" strike="noStrike" spc="-1">
                <a:solidFill>
                  <a:srgbClr val="000000"/>
                </a:solidFill>
                <a:latin typeface="Arial"/>
                <a:ea typeface="DejaVu Sans"/>
              </a:rPr>
              <a:t>		sudo /etc/init.d/apache2 restart</a:t>
            </a:r>
            <a:endParaRPr lang="es-ES" sz="2800" b="0" strike="noStrike" spc="-1">
              <a:latin typeface="Arial"/>
            </a:endParaRPr>
          </a:p>
          <a:p>
            <a:pPr marL="539640" algn="just">
              <a:lnSpc>
                <a:spcPct val="100000"/>
              </a:lnSpc>
              <a:spcBef>
                <a:spcPts val="561"/>
              </a:spcBef>
            </a:pPr>
            <a:r>
              <a:rPr lang="es-ES" sz="2800" b="0" strike="noStrike" spc="-1">
                <a:solidFill>
                  <a:srgbClr val="000000"/>
                </a:solidFill>
                <a:latin typeface="Arial"/>
                <a:ea typeface="DejaVu Sans"/>
              </a:rPr>
              <a:t>Si hay problemas, ejecuta </a:t>
            </a:r>
            <a:r>
              <a:rPr lang="es-ES" sz="2800" b="1" strike="noStrike" spc="-1">
                <a:solidFill>
                  <a:srgbClr val="000000"/>
                </a:solidFill>
                <a:latin typeface="Arial"/>
                <a:ea typeface="DejaVu Sans"/>
              </a:rPr>
              <a:t>journalctl –xe </a:t>
            </a:r>
            <a:r>
              <a:rPr lang="es-ES" sz="2800" b="0" strike="noStrike" spc="-1">
                <a:solidFill>
                  <a:srgbClr val="000000"/>
                </a:solidFill>
                <a:latin typeface="Arial"/>
                <a:ea typeface="DejaVu Sans"/>
              </a:rPr>
              <a:t>para averiguar en qué línea del fichero de configuración está el error</a:t>
            </a:r>
            <a:endParaRPr lang="es-ES" sz="2800" b="0" strike="noStrike" spc="-1">
              <a:latin typeface="Arial"/>
            </a:endParaRPr>
          </a:p>
          <a:p>
            <a:pPr marL="514440" indent="-513360" algn="just">
              <a:lnSpc>
                <a:spcPct val="100000"/>
              </a:lnSpc>
              <a:spcBef>
                <a:spcPts val="561"/>
              </a:spcBef>
              <a:buClr>
                <a:srgbClr val="000000"/>
              </a:buClr>
              <a:buFont typeface="StarSymbol"/>
              <a:buAutoNum type="arabicPeriod" startAt="3"/>
            </a:pPr>
            <a:r>
              <a:rPr lang="es-ES" sz="2800" b="0" strike="noStrike" spc="-1">
                <a:solidFill>
                  <a:srgbClr val="000000"/>
                </a:solidFill>
                <a:latin typeface="Arial"/>
                <a:ea typeface="DejaVu Sans"/>
              </a:rPr>
              <a:t>Si queréis verificar que el módulo efectivamente ha sido activado basta con echar un vistazo en la carpeta </a:t>
            </a:r>
            <a:r>
              <a:rPr lang="es-ES" sz="2800" b="1" strike="noStrike" spc="-1">
                <a:solidFill>
                  <a:srgbClr val="000000"/>
                </a:solidFill>
                <a:latin typeface="Arial"/>
                <a:ea typeface="DejaVu Sans"/>
              </a:rPr>
              <a:t>/etc/apache2/mods-enabled </a:t>
            </a:r>
            <a:r>
              <a:rPr lang="es-ES" sz="2800" b="0" strike="noStrike" spc="-1">
                <a:solidFill>
                  <a:srgbClr val="000000"/>
                </a:solidFill>
                <a:latin typeface="Arial"/>
                <a:ea typeface="DejaVu Sans"/>
              </a:rPr>
              <a:t>y veréis que se ha creado un enlace simbólico nuevo llamado </a:t>
            </a:r>
            <a:r>
              <a:rPr lang="es-ES" sz="2800" b="1" strike="noStrike" spc="-1">
                <a:solidFill>
                  <a:srgbClr val="000000"/>
                </a:solidFill>
                <a:latin typeface="Arial"/>
                <a:ea typeface="DejaVu Sans"/>
              </a:rPr>
              <a:t>vhost_alias.load</a:t>
            </a:r>
            <a:r>
              <a:rPr lang="es-ES" sz="2800" b="0" strike="noStrike" spc="-1">
                <a:solidFill>
                  <a:srgbClr val="000000"/>
                </a:solidFill>
                <a:latin typeface="Arial"/>
                <a:ea typeface="DejaVu Sans"/>
              </a:rPr>
              <a:t>.</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ls  –l  /etc/apache2/mods-enabled</a:t>
            </a:r>
            <a:endParaRPr lang="es-ES" sz="2800" b="0" strike="noStrike" spc="-1">
              <a:latin typeface="Arial"/>
            </a:endParaRPr>
          </a:p>
          <a:p>
            <a:pPr algn="just">
              <a:lnSpc>
                <a:spcPct val="100000"/>
              </a:lnSpc>
              <a:spcBef>
                <a:spcPts val="479"/>
              </a:spcBef>
            </a:pPr>
            <a:endParaRPr lang="es-ES" sz="2800" b="0" strike="noStrike" spc="-1">
              <a:latin typeface="Arial"/>
            </a:endParaRPr>
          </a:p>
        </p:txBody>
      </p:sp>
      <p:sp>
        <p:nvSpPr>
          <p:cNvPr id="52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2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559E20B-24B5-4680-B0DA-D2B3C4D7EB2F}" type="slidenum">
              <a:rPr lang="es-ES" sz="1200" b="0" i="1" strike="noStrike" spc="-1">
                <a:solidFill>
                  <a:srgbClr val="91E614"/>
                </a:solidFill>
                <a:latin typeface="Century Gothic"/>
                <a:ea typeface="DejaVu Sans"/>
              </a:rPr>
              <a:t>99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608120" indent="-160704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2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gn="just">
              <a:lnSpc>
                <a:spcPct val="100000"/>
              </a:lnSpc>
              <a:spcBef>
                <a:spcPts val="479"/>
              </a:spcBef>
              <a:buClr>
                <a:srgbClr val="000000"/>
              </a:buClr>
              <a:buFont typeface="Century Gothic"/>
              <a:buAutoNum type="arabicPeriod" startAt="4"/>
            </a:pPr>
            <a:r>
              <a:rPr lang="es-ES" sz="2400" b="0" strike="noStrike" spc="-1">
                <a:solidFill>
                  <a:srgbClr val="000000"/>
                </a:solidFill>
                <a:latin typeface="Arial"/>
                <a:ea typeface="DejaVu Sans"/>
              </a:rPr>
              <a:t>Crear el fichero de configuración del sitio web. Este fichero debe ser creado dentro de la carpeta </a:t>
            </a:r>
            <a:r>
              <a:rPr lang="es-ES" sz="2400" b="1" strike="noStrike" spc="-1">
                <a:solidFill>
                  <a:srgbClr val="000000"/>
                </a:solidFill>
                <a:latin typeface="Arial"/>
                <a:ea typeface="DejaVu Sans"/>
              </a:rPr>
              <a:t>/etc/apache2/sites-available</a:t>
            </a:r>
            <a:r>
              <a:rPr lang="es-ES" sz="2400" b="0" strike="noStrike" spc="-1">
                <a:solidFill>
                  <a:srgbClr val="000000"/>
                </a:solidFill>
                <a:latin typeface="Arial"/>
                <a:ea typeface="DejaVu Sans"/>
              </a:rPr>
              <a:t>. El fichero puede tener cualquier nombre, generalmente alguno relacionado con el dominio del sitio web, para nuestro caso de ejemplo le llamaremos </a:t>
            </a:r>
            <a:r>
              <a:rPr lang="es-ES" sz="2400" b="1" strike="noStrike" spc="-1">
                <a:solidFill>
                  <a:srgbClr val="000000"/>
                </a:solidFill>
                <a:latin typeface="Arial"/>
                <a:ea typeface="DejaVu Sans"/>
              </a:rPr>
              <a:t>ejemplo.conf</a:t>
            </a:r>
            <a:r>
              <a:rPr lang="es-ES" sz="2400" b="0" strike="noStrike" spc="-1">
                <a:solidFill>
                  <a:srgbClr val="000000"/>
                </a:solidFill>
                <a:latin typeface="Arial"/>
                <a:ea typeface="DejaVu Sans"/>
              </a:rPr>
              <a:t>.  </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sudo nano /etc/apache2/sites-available/ejemplo.conf</a:t>
            </a:r>
            <a:endParaRPr lang="es-ES" sz="2400" b="0" strike="noStrike" spc="-1">
              <a:latin typeface="Arial"/>
            </a:endParaRPr>
          </a:p>
          <a:p>
            <a:pPr algn="just">
              <a:lnSpc>
                <a:spcPct val="100000"/>
              </a:lnSpc>
              <a:spcBef>
                <a:spcPts val="479"/>
              </a:spcBef>
            </a:pPr>
            <a:endParaRPr lang="es-ES" sz="2400" b="0" strike="noStrike" spc="-1">
              <a:latin typeface="Arial"/>
            </a:endParaRPr>
          </a:p>
          <a:p>
            <a:pPr algn="just">
              <a:lnSpc>
                <a:spcPct val="100000"/>
              </a:lnSpc>
              <a:spcBef>
                <a:spcPts val="479"/>
              </a:spcBef>
            </a:pPr>
            <a:r>
              <a:rPr lang="es-ES" sz="2400" b="0" strike="noStrike" spc="-1">
                <a:solidFill>
                  <a:srgbClr val="000000"/>
                </a:solidFill>
                <a:latin typeface="Arial"/>
                <a:ea typeface="DejaVu Sans"/>
              </a:rPr>
              <a:t>	El contenido podría ser el siguiente:</a:t>
            </a:r>
            <a:endParaRPr lang="es-ES" sz="2400" b="0" strike="noStrike" spc="-1">
              <a:latin typeface="Arial"/>
            </a:endParaRPr>
          </a:p>
          <a:p>
            <a:pPr algn="just">
              <a:lnSpc>
                <a:spcPct val="100000"/>
              </a:lnSpc>
              <a:spcBef>
                <a:spcPts val="479"/>
              </a:spcBef>
            </a:pPr>
            <a:endParaRPr lang="es-ES" sz="2400" b="0" strike="noStrike" spc="-1">
              <a:latin typeface="Arial"/>
            </a:endParaRPr>
          </a:p>
        </p:txBody>
      </p:sp>
      <p:sp>
        <p:nvSpPr>
          <p:cNvPr id="52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2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DE7F619-FBFA-462E-97DD-954476CE4811}" type="slidenum">
              <a:rPr lang="es-ES" sz="1200" b="0" i="1" strike="noStrike" spc="-1">
                <a:solidFill>
                  <a:srgbClr val="91E614"/>
                </a:solidFill>
                <a:latin typeface="Century Gothic"/>
                <a:ea typeface="DejaVu Sans"/>
              </a:rPr>
              <a:t>100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3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0" strike="noStrike" spc="-1">
                <a:solidFill>
                  <a:srgbClr val="000000"/>
                </a:solidFill>
                <a:latin typeface="Arial"/>
                <a:ea typeface="DejaVu Sans"/>
              </a:rPr>
              <a:t> </a:t>
            </a:r>
            <a:endParaRPr lang="es-ES" sz="2400" b="0" strike="noStrike" spc="-1">
              <a:latin typeface="Arial"/>
            </a:endParaRPr>
          </a:p>
          <a:p>
            <a:pPr algn="just">
              <a:lnSpc>
                <a:spcPct val="100000"/>
              </a:lnSpc>
              <a:spcBef>
                <a:spcPts val="479"/>
              </a:spcBef>
            </a:pPr>
            <a:endParaRPr lang="es-ES" sz="2400" b="0" strike="noStrike" spc="-1">
              <a:latin typeface="Arial"/>
            </a:endParaRPr>
          </a:p>
        </p:txBody>
      </p:sp>
      <p:sp>
        <p:nvSpPr>
          <p:cNvPr id="53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3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BE09323-3CCD-4FC8-BB43-7B2CD8EEF6FD}" type="slidenum">
              <a:rPr lang="es-ES" sz="1200" b="0" i="1" strike="noStrike" spc="-1">
                <a:solidFill>
                  <a:srgbClr val="91E614"/>
                </a:solidFill>
                <a:latin typeface="Century Gothic"/>
                <a:ea typeface="DejaVu Sans"/>
              </a:rPr>
              <a:t>101</a:t>
            </a:fld>
            <a:endParaRPr lang="es-ES" sz="1200" b="0" strike="noStrike" spc="-1">
              <a:latin typeface="Arial"/>
            </a:endParaRPr>
          </a:p>
        </p:txBody>
      </p:sp>
      <p:pic>
        <p:nvPicPr>
          <p:cNvPr id="534" name="Picture 3"/>
          <p:cNvPicPr/>
          <p:nvPr/>
        </p:nvPicPr>
        <p:blipFill>
          <a:blip r:embed="rId3"/>
          <a:stretch/>
        </p:blipFill>
        <p:spPr>
          <a:xfrm>
            <a:off x="152280" y="1340640"/>
            <a:ext cx="8996040" cy="27867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3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buClr>
                <a:srgbClr val="000000"/>
              </a:buClr>
              <a:buFont typeface="Century Gothic"/>
              <a:buAutoNum type="arabicPeriod" startAt="5"/>
            </a:pPr>
            <a:r>
              <a:rPr lang="es-ES" sz="2400" b="0" strike="noStrike" spc="-1">
                <a:solidFill>
                  <a:srgbClr val="000000"/>
                </a:solidFill>
                <a:latin typeface="Arial"/>
                <a:ea typeface="DejaVu Sans"/>
              </a:rPr>
              <a:t>Activar el nuevo virtual host:</a:t>
            </a:r>
            <a:endParaRPr lang="es-ES" sz="2400" b="0" strike="noStrike" spc="-1">
              <a:latin typeface="Arial"/>
            </a:endParaRPr>
          </a:p>
          <a:p>
            <a:pPr>
              <a:lnSpc>
                <a:spcPct val="100000"/>
              </a:lnSpc>
              <a:spcBef>
                <a:spcPts val="479"/>
              </a:spcBef>
            </a:pPr>
            <a:r>
              <a:rPr lang="es-ES" sz="2400" b="0" strike="noStrike" spc="-1">
                <a:solidFill>
                  <a:srgbClr val="000000"/>
                </a:solidFill>
                <a:latin typeface="Arial"/>
                <a:ea typeface="DejaVu Sans"/>
              </a:rPr>
              <a:t>		</a:t>
            </a:r>
            <a:r>
              <a:rPr lang="es-ES" sz="2400" b="1" strike="noStrike" spc="-1">
                <a:solidFill>
                  <a:srgbClr val="000000"/>
                </a:solidFill>
                <a:latin typeface="Arial"/>
                <a:ea typeface="DejaVu Sans"/>
              </a:rPr>
              <a:t>sudo  a2ensite  ejemplo.conf</a:t>
            </a:r>
            <a:endParaRPr lang="es-ES" sz="2400" b="0" strike="noStrike" spc="-1">
              <a:latin typeface="Arial"/>
            </a:endParaRPr>
          </a:p>
          <a:p>
            <a:pPr marL="452520" algn="just">
              <a:lnSpc>
                <a:spcPct val="100000"/>
              </a:lnSpc>
              <a:spcBef>
                <a:spcPts val="479"/>
              </a:spcBef>
            </a:pPr>
            <a:r>
              <a:rPr lang="es-ES" sz="2400" b="0" strike="noStrike" spc="-1">
                <a:solidFill>
                  <a:srgbClr val="000000"/>
                </a:solidFill>
                <a:latin typeface="Arial"/>
                <a:ea typeface="DejaVu Sans"/>
              </a:rPr>
              <a:t>Se creará el enlace </a:t>
            </a:r>
            <a:r>
              <a:rPr lang="es-ES" sz="2400" b="0" i="1" strike="noStrike" spc="-1">
                <a:solidFill>
                  <a:srgbClr val="000000"/>
                </a:solidFill>
                <a:latin typeface="Arial"/>
                <a:ea typeface="DejaVu Sans"/>
              </a:rPr>
              <a:t>ejemplo.conf</a:t>
            </a:r>
            <a:r>
              <a:rPr lang="es-ES" sz="2400" b="0" strike="noStrike" spc="-1">
                <a:solidFill>
                  <a:srgbClr val="000000"/>
                </a:solidFill>
                <a:latin typeface="Arial"/>
                <a:ea typeface="DejaVu Sans"/>
              </a:rPr>
              <a:t> en el directorio </a:t>
            </a:r>
            <a:r>
              <a:rPr lang="es-ES" sz="2400" b="0" i="1" strike="noStrike" spc="-1">
                <a:solidFill>
                  <a:srgbClr val="000000"/>
                </a:solidFill>
                <a:latin typeface="Arial"/>
                <a:ea typeface="DejaVu Sans"/>
              </a:rPr>
              <a:t>/etc/apache2/sites-enabled</a:t>
            </a:r>
            <a:r>
              <a:rPr lang="es-ES" sz="2400" b="0" strike="noStrike" spc="-1">
                <a:solidFill>
                  <a:srgbClr val="000000"/>
                </a:solidFill>
                <a:latin typeface="Arial"/>
                <a:ea typeface="DejaVu Sans"/>
              </a:rPr>
              <a:t> que apunta al mismo fichero en </a:t>
            </a:r>
            <a:r>
              <a:rPr lang="es-ES" sz="2400" b="0" i="1" strike="noStrike" spc="-1">
                <a:solidFill>
                  <a:srgbClr val="000000"/>
                </a:solidFill>
                <a:latin typeface="Arial"/>
                <a:ea typeface="DejaVu Sans"/>
              </a:rPr>
              <a:t>/etc/apache2/sites-available</a:t>
            </a:r>
            <a:r>
              <a:rPr lang="es-ES" sz="2400" b="0" strike="noStrike" spc="-1">
                <a:solidFill>
                  <a:srgbClr val="000000"/>
                </a:solidFill>
                <a:latin typeface="Arial"/>
                <a:ea typeface="DejaVu Sans"/>
              </a:rPr>
              <a:t>. Los enlaces indican qué hosts están activos. Puedes verificarlo con el comando:</a:t>
            </a:r>
            <a:endParaRPr lang="es-ES" sz="2400" b="0" strike="noStrike" spc="-1">
              <a:latin typeface="Arial"/>
            </a:endParaRPr>
          </a:p>
          <a:p>
            <a:pPr>
              <a:lnSpc>
                <a:spcPct val="100000"/>
              </a:lnSpc>
              <a:spcBef>
                <a:spcPts val="479"/>
              </a:spcBef>
            </a:pPr>
            <a:r>
              <a:rPr lang="es-ES" sz="2400" b="0" strike="noStrike" spc="-1">
                <a:solidFill>
                  <a:srgbClr val="000000"/>
                </a:solidFill>
                <a:latin typeface="Arial"/>
                <a:ea typeface="DejaVu Sans"/>
              </a:rPr>
              <a:t>		</a:t>
            </a:r>
            <a:r>
              <a:rPr lang="es-ES" sz="2400" b="1" strike="noStrike" spc="-1">
                <a:solidFill>
                  <a:srgbClr val="000000"/>
                </a:solidFill>
                <a:latin typeface="Arial"/>
                <a:ea typeface="DejaVu Sans"/>
              </a:rPr>
              <a:t>ls –l  /etc/apache2/sites-enabled</a:t>
            </a:r>
            <a:endParaRPr lang="es-ES" sz="2400" b="0" strike="noStrike" spc="-1">
              <a:latin typeface="Arial"/>
            </a:endParaRPr>
          </a:p>
          <a:p>
            <a:pPr>
              <a:lnSpc>
                <a:spcPct val="100000"/>
              </a:lnSpc>
              <a:spcBef>
                <a:spcPts val="479"/>
              </a:spcBef>
            </a:pPr>
            <a:endParaRPr lang="es-ES" sz="2400" b="0" strike="noStrike" spc="-1">
              <a:latin typeface="Arial"/>
            </a:endParaRPr>
          </a:p>
          <a:p>
            <a:pPr>
              <a:lnSpc>
                <a:spcPct val="100000"/>
              </a:lnSpc>
              <a:spcBef>
                <a:spcPts val="479"/>
              </a:spcBef>
            </a:pPr>
            <a:r>
              <a:rPr lang="es-ES" sz="2400" b="0" strike="noStrike" spc="-1">
                <a:solidFill>
                  <a:srgbClr val="000000"/>
                </a:solidFill>
                <a:latin typeface="Arial"/>
                <a:ea typeface="DejaVu Sans"/>
              </a:rPr>
              <a:t>      Para desactivar un host hay que usar la orden </a:t>
            </a:r>
            <a:r>
              <a:rPr lang="es-ES" sz="2400" b="1" strike="noStrike" spc="-1">
                <a:solidFill>
                  <a:srgbClr val="000000"/>
                </a:solidFill>
                <a:latin typeface="Arial"/>
                <a:ea typeface="DejaVu Sans"/>
              </a:rPr>
              <a:t>a2dissite</a:t>
            </a:r>
            <a:r>
              <a:rPr lang="es-ES" sz="2400" b="0" strike="noStrike" spc="-1">
                <a:solidFill>
                  <a:srgbClr val="000000"/>
                </a:solidFill>
                <a:latin typeface="Arial"/>
                <a:ea typeface="DejaVu Sans"/>
              </a:rPr>
              <a:t>.</a:t>
            </a:r>
            <a:endParaRPr lang="es-ES" sz="2400" b="0" strike="noStrike" spc="-1">
              <a:latin typeface="Arial"/>
            </a:endParaRPr>
          </a:p>
        </p:txBody>
      </p:sp>
      <p:sp>
        <p:nvSpPr>
          <p:cNvPr id="53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3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4B6F8BF-AEAC-4161-89A8-33056EC0189A}" type="slidenum">
              <a:rPr lang="es-ES" sz="1200" b="0" i="1" strike="noStrike" spc="-1">
                <a:solidFill>
                  <a:srgbClr val="91E614"/>
                </a:solidFill>
                <a:latin typeface="Century Gothic"/>
                <a:ea typeface="DejaVu Sans"/>
              </a:rPr>
              <a:t>102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4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61800" indent="-360720">
              <a:lnSpc>
                <a:spcPct val="100000"/>
              </a:lnSpc>
              <a:spcBef>
                <a:spcPts val="561"/>
              </a:spcBef>
            </a:pPr>
            <a:r>
              <a:rPr lang="es-ES" sz="2800" b="0" strike="noStrike" spc="-1">
                <a:solidFill>
                  <a:srgbClr val="000000"/>
                </a:solidFill>
                <a:latin typeface="Arial"/>
                <a:ea typeface="DejaVu Sans"/>
              </a:rPr>
              <a:t>6.	Reiniciar Apache:</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sudo/etc/init.d/apache2 restart</a:t>
            </a:r>
            <a:endParaRPr lang="es-ES" sz="2800" b="0" strike="noStrike" spc="-1">
              <a:latin typeface="Arial"/>
            </a:endParaRPr>
          </a:p>
          <a:p>
            <a:pPr marL="452520" indent="-360720" algn="just">
              <a:lnSpc>
                <a:spcPct val="100000"/>
              </a:lnSpc>
              <a:spcBef>
                <a:spcPts val="561"/>
              </a:spcBef>
            </a:pPr>
            <a:r>
              <a:rPr lang="es-ES" sz="2800" b="0" strike="noStrike" spc="-1">
                <a:solidFill>
                  <a:srgbClr val="000000"/>
                </a:solidFill>
                <a:latin typeface="Arial"/>
                <a:ea typeface="DejaVu Sans"/>
              </a:rPr>
              <a:t>Una vez ejecutados estos pasos, podemos crear nuestro ficheros en el directorio del nuevo sitio web. Inicialmente basta con crear un sencillo fichero </a:t>
            </a:r>
            <a:r>
              <a:rPr lang="es-ES" sz="2800" b="0" i="1" strike="noStrike" spc="-1">
                <a:solidFill>
                  <a:srgbClr val="000000"/>
                </a:solidFill>
                <a:latin typeface="Arial"/>
                <a:ea typeface="DejaVu Sans"/>
              </a:rPr>
              <a:t>index.html</a:t>
            </a:r>
            <a:r>
              <a:rPr lang="es-ES" sz="2800" b="0" strike="noStrike" spc="-1">
                <a:solidFill>
                  <a:srgbClr val="000000"/>
                </a:solidFill>
                <a:latin typeface="Arial"/>
                <a:ea typeface="DejaVu Sans"/>
              </a:rPr>
              <a:t> y después podemos acceder al sitio web desde el navegador para visualizarlo.</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endParaRPr lang="es-ES" sz="2800" b="0" strike="noStrike" spc="-1">
              <a:latin typeface="Arial"/>
            </a:endParaRPr>
          </a:p>
        </p:txBody>
      </p:sp>
      <p:sp>
        <p:nvSpPr>
          <p:cNvPr id="54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4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934BFFA-E4D4-4176-83A0-B65AC204315C}" type="slidenum">
              <a:rPr lang="es-ES" sz="1200" b="0" i="1" strike="noStrike" spc="-1">
                <a:solidFill>
                  <a:srgbClr val="91E614"/>
                </a:solidFill>
                <a:latin typeface="Century Gothic"/>
                <a:ea typeface="DejaVu Sans"/>
              </a:rPr>
              <a:t>103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ALOJAMIENTO VIRTUAL EN APACHE. Configuración</a:t>
            </a:r>
            <a:r>
              <a:rPr lang="es-ES" sz="3100" b="0" strike="noStrike" spc="-1">
                <a:solidFill>
                  <a:srgbClr val="66FF33"/>
                </a:solidFill>
                <a:latin typeface="Century Gothic"/>
                <a:ea typeface="DejaVu Sans"/>
              </a:rPr>
              <a:t> (Debian/Ubuntu)</a:t>
            </a:r>
            <a:r>
              <a:rPr lang="es-ES" sz="3100" b="1" strike="noStrike" spc="-1">
                <a:solidFill>
                  <a:srgbClr val="66FF33"/>
                </a:solidFill>
                <a:latin typeface="Century Gothic"/>
                <a:ea typeface="DejaVu Sans"/>
              </a:rPr>
              <a:t> </a:t>
            </a:r>
            <a:endParaRPr lang="es-ES" sz="3100" b="0" strike="noStrike" spc="-1">
              <a:latin typeface="Arial"/>
            </a:endParaRPr>
          </a:p>
        </p:txBody>
      </p:sp>
      <p:sp>
        <p:nvSpPr>
          <p:cNvPr id="544"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561"/>
              </a:spcBef>
            </a:pPr>
            <a:r>
              <a:rPr lang="es-ES" sz="2800" b="0" strike="noStrike" spc="-1">
                <a:solidFill>
                  <a:srgbClr val="000000"/>
                </a:solidFill>
                <a:latin typeface="Arial"/>
                <a:ea typeface="DejaVu Sans"/>
              </a:rPr>
              <a:t>Para acceder al sitio web desde el navegador:</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http://ejemplo.ejm</a:t>
            </a:r>
            <a:endParaRPr lang="es-ES" sz="2800" b="0" strike="noStrike" spc="-1">
              <a:latin typeface="Arial"/>
            </a:endParaRPr>
          </a:p>
          <a:p>
            <a:pPr>
              <a:lnSpc>
                <a:spcPct val="100000"/>
              </a:lnSpc>
              <a:spcBef>
                <a:spcPts val="561"/>
              </a:spcBef>
            </a:pPr>
            <a:r>
              <a:rPr lang="es-ES" sz="2800" b="0" strike="noStrike" spc="-1">
                <a:solidFill>
                  <a:srgbClr val="000000"/>
                </a:solidFill>
                <a:latin typeface="Arial"/>
                <a:ea typeface="DejaVu Sans"/>
              </a:rPr>
              <a:t> </a:t>
            </a:r>
            <a:endParaRPr lang="es-ES" sz="2800" b="0" strike="noStrike" spc="-1">
              <a:latin typeface="Arial"/>
            </a:endParaRPr>
          </a:p>
          <a:p>
            <a:pPr algn="just">
              <a:lnSpc>
                <a:spcPct val="100000"/>
              </a:lnSpc>
              <a:spcBef>
                <a:spcPts val="561"/>
              </a:spcBef>
            </a:pPr>
            <a:r>
              <a:rPr lang="es-ES" sz="2800" b="1" strike="noStrike" spc="-1">
                <a:solidFill>
                  <a:srgbClr val="000000"/>
                </a:solidFill>
                <a:latin typeface="Arial"/>
                <a:ea typeface="DejaVu Sans"/>
              </a:rPr>
              <a:t>Importante</a:t>
            </a:r>
            <a:r>
              <a:rPr lang="es-ES" sz="2800" b="0" strike="noStrike" spc="-1">
                <a:solidFill>
                  <a:srgbClr val="000000"/>
                </a:solidFill>
                <a:latin typeface="Arial"/>
                <a:ea typeface="DejaVu Sans"/>
              </a:rPr>
              <a:t>: un servidor </a:t>
            </a:r>
            <a:r>
              <a:rPr lang="es-ES" sz="2800" b="0" i="1" strike="noStrike" spc="-1">
                <a:solidFill>
                  <a:srgbClr val="000000"/>
                </a:solidFill>
                <a:latin typeface="Arial"/>
                <a:ea typeface="DejaVu Sans"/>
              </a:rPr>
              <a:t>dns</a:t>
            </a:r>
            <a:r>
              <a:rPr lang="es-ES" sz="2800" b="0" strike="noStrike" spc="-1">
                <a:solidFill>
                  <a:srgbClr val="000000"/>
                </a:solidFill>
                <a:latin typeface="Arial"/>
                <a:ea typeface="DejaVu Sans"/>
              </a:rPr>
              <a:t> debe poder resolver el nombre de dominio </a:t>
            </a:r>
            <a:r>
              <a:rPr lang="es-ES" sz="2800" b="1" strike="noStrike" spc="-1">
                <a:solidFill>
                  <a:srgbClr val="000000"/>
                </a:solidFill>
                <a:latin typeface="Arial"/>
                <a:ea typeface="DejaVu Sans"/>
              </a:rPr>
              <a:t>ejemplo.ejm</a:t>
            </a:r>
            <a:r>
              <a:rPr lang="es-ES" sz="2800" b="0" strike="noStrike" spc="-1">
                <a:solidFill>
                  <a:srgbClr val="000000"/>
                </a:solidFill>
                <a:latin typeface="Arial"/>
                <a:ea typeface="DejaVu Sans"/>
              </a:rPr>
              <a:t>.</a:t>
            </a:r>
            <a:endParaRPr lang="es-ES" sz="2800" b="0" strike="noStrike" spc="-1">
              <a:latin typeface="Arial"/>
            </a:endParaRPr>
          </a:p>
        </p:txBody>
      </p:sp>
      <p:sp>
        <p:nvSpPr>
          <p:cNvPr id="54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4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EF284D5-F464-4B64-9426-DD67C13FEB27}" type="slidenum">
              <a:rPr lang="es-ES" sz="1200" b="0" i="1" strike="noStrike" spc="-1">
                <a:solidFill>
                  <a:srgbClr val="91E614"/>
                </a:solidFill>
                <a:latin typeface="Century Gothic"/>
                <a:ea typeface="DejaVu Sans"/>
              </a:rPr>
              <a:t>104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Introducción</a:t>
            </a:r>
            <a:endParaRPr lang="es-ES" sz="3100" b="0" strike="noStrike" spc="-1">
              <a:latin typeface="Arial"/>
            </a:endParaRPr>
          </a:p>
        </p:txBody>
      </p:sp>
      <p:sp>
        <p:nvSpPr>
          <p:cNvPr id="54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dirty="0">
                <a:solidFill>
                  <a:srgbClr val="000000"/>
                </a:solidFill>
                <a:latin typeface="Arial"/>
                <a:ea typeface="DejaVu Sans"/>
              </a:rPr>
              <a:t>HTTP no es un protocolo seguro:</a:t>
            </a:r>
            <a:endParaRPr lang="es-ES" sz="2800" b="0" strike="noStrike" spc="-1" dirty="0">
              <a:latin typeface="Arial"/>
            </a:endParaRPr>
          </a:p>
          <a:p>
            <a:pPr marL="176040" indent="-174960" algn="just">
              <a:lnSpc>
                <a:spcPct val="100000"/>
              </a:lnSpc>
              <a:spcBef>
                <a:spcPts val="479"/>
              </a:spcBef>
            </a:pPr>
            <a:r>
              <a:rPr lang="es-ES" sz="2400" b="0" strike="noStrike" spc="-1" dirty="0">
                <a:solidFill>
                  <a:srgbClr val="000000"/>
                </a:solidFill>
                <a:latin typeface="Arial"/>
                <a:ea typeface="DejaVu Sans"/>
              </a:rPr>
              <a:t>◦ </a:t>
            </a:r>
            <a:r>
              <a:rPr lang="es-ES" sz="2400" b="1" strike="noStrike" spc="-1" dirty="0">
                <a:solidFill>
                  <a:srgbClr val="000000"/>
                </a:solidFill>
                <a:latin typeface="Arial"/>
                <a:ea typeface="DejaVu Sans"/>
              </a:rPr>
              <a:t>Intercambio de información en texto plano (no cifrado)</a:t>
            </a:r>
            <a:r>
              <a:rPr lang="es-ES" sz="2400" b="0" strike="noStrike" spc="-1" dirty="0">
                <a:solidFill>
                  <a:srgbClr val="000000"/>
                </a:solidFill>
                <a:latin typeface="Arial"/>
                <a:ea typeface="DejaVu Sans"/>
              </a:rPr>
              <a:t>. El tráfico de red generado entre el cliente (navegador) y el servidor Web apache en el puerto 80 no está encriptado, viaja tal cual por la red (sin cifrar). Entonces es posible, con la herramienta adecuada interceptar y observar este tráfico y obtener entre otras cosas contraseñas, números de tarjetas de crédito, etc.</a:t>
            </a:r>
            <a:endParaRPr lang="es-ES" sz="2400" b="0" strike="noStrike" spc="-1" dirty="0">
              <a:latin typeface="Arial"/>
            </a:endParaRPr>
          </a:p>
          <a:p>
            <a:pPr marL="179280" indent="-178200">
              <a:lnSpc>
                <a:spcPct val="100000"/>
              </a:lnSpc>
              <a:spcBef>
                <a:spcPts val="479"/>
              </a:spcBef>
            </a:pPr>
            <a:r>
              <a:rPr lang="es-ES" sz="2400" b="0" strike="noStrike" spc="-1" dirty="0">
                <a:solidFill>
                  <a:srgbClr val="000000"/>
                </a:solidFill>
                <a:latin typeface="Arial"/>
                <a:ea typeface="DejaVu Sans"/>
              </a:rPr>
              <a:t>◦ </a:t>
            </a:r>
            <a:r>
              <a:rPr lang="es-ES" sz="2400" b="1" strike="noStrike" spc="-1" dirty="0">
                <a:solidFill>
                  <a:srgbClr val="000000"/>
                </a:solidFill>
                <a:latin typeface="Arial"/>
                <a:ea typeface="DejaVu Sans"/>
              </a:rPr>
              <a:t>Basic y </a:t>
            </a:r>
            <a:r>
              <a:rPr lang="es-ES" sz="2400" b="1" strike="noStrike" spc="-1" dirty="0" err="1">
                <a:solidFill>
                  <a:srgbClr val="000000"/>
                </a:solidFill>
                <a:latin typeface="Arial"/>
                <a:ea typeface="DejaVu Sans"/>
              </a:rPr>
              <a:t>Digest</a:t>
            </a:r>
            <a:r>
              <a:rPr lang="es-ES" sz="2400" b="1" strike="noStrike" spc="-1" dirty="0">
                <a:solidFill>
                  <a:srgbClr val="000000"/>
                </a:solidFill>
                <a:latin typeface="Arial"/>
                <a:ea typeface="DejaVu Sans"/>
              </a:rPr>
              <a:t> no son seguros</a:t>
            </a:r>
            <a:r>
              <a:rPr lang="es-ES" sz="2400" b="0" strike="noStrike" spc="-1" dirty="0">
                <a:solidFill>
                  <a:srgbClr val="000000"/>
                </a:solidFill>
                <a:latin typeface="Arial"/>
                <a:ea typeface="DejaVu Sans"/>
              </a:rPr>
              <a:t>.</a:t>
            </a:r>
            <a:endParaRPr lang="es-ES" sz="2400" b="0" strike="noStrike" spc="-1" dirty="0">
              <a:latin typeface="Arial"/>
            </a:endParaRPr>
          </a:p>
          <a:p>
            <a:pPr marL="179280" indent="-178200" algn="just">
              <a:lnSpc>
                <a:spcPct val="100000"/>
              </a:lnSpc>
              <a:spcBef>
                <a:spcPts val="479"/>
              </a:spcBef>
            </a:pPr>
            <a:r>
              <a:rPr lang="es-ES" sz="2400" b="0" strike="noStrike" spc="-1" dirty="0">
                <a:solidFill>
                  <a:srgbClr val="000000"/>
                </a:solidFill>
                <a:latin typeface="Arial"/>
                <a:ea typeface="DejaVu Sans"/>
              </a:rPr>
              <a:t>◦	</a:t>
            </a:r>
            <a:r>
              <a:rPr lang="es-ES" sz="2400" b="1" strike="noStrike" spc="-1" dirty="0">
                <a:solidFill>
                  <a:srgbClr val="000000"/>
                </a:solidFill>
                <a:latin typeface="Arial"/>
                <a:ea typeface="DejaVu Sans"/>
              </a:rPr>
              <a:t>No se garantiza la autenticidad de los equipos involucrados en la transferencia.</a:t>
            </a:r>
            <a:endParaRPr lang="es-ES" sz="2400" b="0" strike="noStrike" spc="-1" dirty="0">
              <a:latin typeface="Arial"/>
            </a:endParaRPr>
          </a:p>
        </p:txBody>
      </p:sp>
      <p:sp>
        <p:nvSpPr>
          <p:cNvPr id="54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5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8185554-9F5D-4AFD-87B0-46E81DFED669}" type="slidenum">
              <a:rPr lang="es-ES" sz="1200" b="0" i="1" strike="noStrike" spc="-1">
                <a:solidFill>
                  <a:srgbClr val="91E614"/>
                </a:solidFill>
                <a:latin typeface="Century Gothic"/>
                <a:ea typeface="DejaVu Sans"/>
              </a:rPr>
              <a:t>105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HTTPS. Introducción</a:t>
            </a:r>
            <a:endParaRPr lang="es-ES" sz="3400" b="0" strike="noStrike" spc="-1">
              <a:latin typeface="Arial"/>
            </a:endParaRPr>
          </a:p>
        </p:txBody>
      </p:sp>
      <p:sp>
        <p:nvSpPr>
          <p:cNvPr id="552"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pPr>
            <a:r>
              <a:rPr lang="es-ES" sz="2400" b="0" strike="noStrike" spc="-1">
                <a:solidFill>
                  <a:srgbClr val="FF6600"/>
                </a:solidFill>
                <a:latin typeface="Arial"/>
                <a:ea typeface="DejaVu Sans"/>
              </a:rPr>
              <a:t>Pasos en la conexión segura</a:t>
            </a:r>
            <a:endParaRPr lang="es-ES" sz="2400" b="0" strike="noStrike" spc="-1">
              <a:latin typeface="Arial"/>
            </a:endParaRPr>
          </a:p>
          <a:p>
            <a:pPr marL="457200" indent="-456120">
              <a:lnSpc>
                <a:spcPct val="100000"/>
              </a:lnSpc>
              <a:spcBef>
                <a:spcPts val="479"/>
              </a:spcBef>
            </a:pPr>
            <a:endParaRPr lang="es-ES" sz="2400" b="0" strike="noStrike" spc="-1">
              <a:latin typeface="Arial"/>
            </a:endParaRPr>
          </a:p>
          <a:p>
            <a:pPr>
              <a:lnSpc>
                <a:spcPct val="100000"/>
              </a:lnSpc>
              <a:spcBef>
                <a:spcPts val="479"/>
              </a:spcBef>
            </a:pP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p:txBody>
      </p:sp>
      <p:sp>
        <p:nvSpPr>
          <p:cNvPr id="55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5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D8DA1EF-1B14-49BD-8294-EE79685A716E}" type="slidenum">
              <a:rPr lang="es-ES" sz="1200" b="0" i="1" strike="noStrike" spc="-1">
                <a:solidFill>
                  <a:srgbClr val="91E614"/>
                </a:solidFill>
                <a:latin typeface="Century Gothic"/>
                <a:ea typeface="DejaVu Sans"/>
              </a:rPr>
              <a:t>106</a:t>
            </a:fld>
            <a:endParaRPr lang="es-ES" sz="1200" b="0" strike="noStrike" spc="-1">
              <a:latin typeface="Arial"/>
            </a:endParaRPr>
          </a:p>
        </p:txBody>
      </p:sp>
      <p:pic>
        <p:nvPicPr>
          <p:cNvPr id="555" name="Picture 2"/>
          <p:cNvPicPr/>
          <p:nvPr/>
        </p:nvPicPr>
        <p:blipFill>
          <a:blip r:embed="rId3"/>
          <a:stretch/>
        </p:blipFill>
        <p:spPr>
          <a:xfrm>
            <a:off x="1619280" y="1484280"/>
            <a:ext cx="6510960" cy="49456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Cifrado</a:t>
            </a:r>
            <a:endParaRPr lang="es-ES" sz="3100" b="0" strike="noStrike" spc="-1">
              <a:latin typeface="Arial"/>
            </a:endParaRPr>
          </a:p>
        </p:txBody>
      </p:sp>
      <p:sp>
        <p:nvSpPr>
          <p:cNvPr id="55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Cifrar información consiste en transformar un mensaje en claro en un mensaje ininteligible que solo puede ser descifrado por alguien autorizado. Se basa en la utilización de:</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Algoritmos.</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Claves de cifrado.</a:t>
            </a:r>
            <a:endParaRPr lang="es-ES" sz="3200" b="0" strike="noStrike" spc="-1">
              <a:latin typeface="Arial"/>
            </a:endParaRPr>
          </a:p>
        </p:txBody>
      </p:sp>
      <p:sp>
        <p:nvSpPr>
          <p:cNvPr id="55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5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52650A2-417F-4473-9994-15C315017842}" type="slidenum">
              <a:rPr lang="es-ES" sz="1200" b="0" i="1" strike="noStrike" spc="-1">
                <a:solidFill>
                  <a:srgbClr val="91E614"/>
                </a:solidFill>
                <a:latin typeface="Century Gothic"/>
                <a:ea typeface="DejaVu Sans"/>
              </a:rPr>
              <a:t>107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a:t>
            </a:r>
            <a:endParaRPr lang="es-ES" sz="3100" b="0" strike="noStrike" spc="-1">
              <a:latin typeface="Arial"/>
            </a:endParaRPr>
          </a:p>
        </p:txBody>
      </p:sp>
      <p:sp>
        <p:nvSpPr>
          <p:cNvPr id="56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pPr>
            <a:r>
              <a:rPr lang="es-ES" sz="3200" b="0" strike="noStrike" spc="-1">
                <a:solidFill>
                  <a:srgbClr val="000000"/>
                </a:solidFill>
                <a:latin typeface="Arial"/>
                <a:ea typeface="DejaVu Sans"/>
              </a:rPr>
              <a:t>Dos tipos de algoritmos de cifrado:</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Algoritmos de clave simétrica (secreta).</a:t>
            </a:r>
            <a:endParaRPr lang="es-ES" sz="3200" b="0" strike="noStrike" spc="-1">
              <a:latin typeface="Arial"/>
            </a:endParaRPr>
          </a:p>
          <a:p>
            <a:pPr marL="343080" indent="-342000">
              <a:lnSpc>
                <a:spcPct val="100000"/>
              </a:lnSpc>
              <a:spcBef>
                <a:spcPts val="641"/>
              </a:spcBef>
            </a:pPr>
            <a:r>
              <a:rPr lang="es-ES" sz="3200" b="0" strike="noStrike" spc="-1">
                <a:solidFill>
                  <a:srgbClr val="000000"/>
                </a:solidFill>
                <a:latin typeface="Arial"/>
                <a:ea typeface="DejaVu Sans"/>
              </a:rPr>
              <a:t>	◦ Algoritmos de clave asimétrica (pública).</a:t>
            </a:r>
            <a:endParaRPr lang="es-ES" sz="3200" b="0" strike="noStrike" spc="-1">
              <a:latin typeface="Arial"/>
            </a:endParaRPr>
          </a:p>
        </p:txBody>
      </p:sp>
      <p:sp>
        <p:nvSpPr>
          <p:cNvPr id="56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6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40032E51-BCB1-4310-AB98-1AA11CC0B35C}" type="slidenum">
              <a:rPr lang="es-ES" sz="1200" b="0" i="1" strike="noStrike" spc="-1">
                <a:solidFill>
                  <a:srgbClr val="91E614"/>
                </a:solidFill>
                <a:latin typeface="Century Gothic"/>
                <a:ea typeface="DejaVu Sans"/>
              </a:rPr>
              <a:t>108</a:t>
            </a:fld>
            <a:endParaRPr lang="es-ES" sz="1200" b="0" strike="noStrike" spc="-1">
              <a:latin typeface="Arial"/>
            </a:endParaRPr>
          </a:p>
        </p:txBody>
      </p:sp>
      <p:pic>
        <p:nvPicPr>
          <p:cNvPr id="564" name="Picture 3"/>
          <p:cNvPicPr/>
          <p:nvPr/>
        </p:nvPicPr>
        <p:blipFill>
          <a:blip r:embed="rId3"/>
          <a:stretch/>
        </p:blipFill>
        <p:spPr>
          <a:xfrm>
            <a:off x="357120" y="2928960"/>
            <a:ext cx="8166600" cy="2676960"/>
          </a:xfrm>
          <a:prstGeom prst="rect">
            <a:avLst/>
          </a:prstGeom>
          <a:ln w="9360">
            <a:noFill/>
          </a:ln>
          <a:effectLst>
            <a:outerShdw blurRad="50800" dist="50800" dir="5400000" algn="ctr" rotWithShape="0">
              <a:schemeClr val="bg2">
                <a:lumMod val="40000"/>
                <a:lumOff val="60000"/>
              </a:schemeClr>
            </a:outerShdw>
          </a:effectLst>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 (clave simétrica)</a:t>
            </a:r>
            <a:endParaRPr lang="es-ES" sz="3100" b="0" strike="noStrike" spc="-1">
              <a:latin typeface="Arial"/>
            </a:endParaRPr>
          </a:p>
        </p:txBody>
      </p:sp>
      <p:sp>
        <p:nvSpPr>
          <p:cNvPr id="56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Se usa la misma clave para cifrar y para descifrar.</a:t>
            </a:r>
            <a:endParaRPr lang="es-ES" sz="3200" b="0" strike="noStrike" spc="-1">
              <a:latin typeface="Arial"/>
            </a:endParaRPr>
          </a:p>
        </p:txBody>
      </p:sp>
      <p:sp>
        <p:nvSpPr>
          <p:cNvPr id="56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6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091819D-DA79-409C-A626-F2CCB81AAF02}" type="slidenum">
              <a:rPr lang="es-ES" sz="1200" b="0" i="1" strike="noStrike" spc="-1">
                <a:solidFill>
                  <a:srgbClr val="91E614"/>
                </a:solidFill>
                <a:latin typeface="Century Gothic"/>
                <a:ea typeface="DejaVu Sans"/>
              </a:rPr>
              <a:t>109</a:t>
            </a:fld>
            <a:endParaRPr lang="es-ES" sz="1200" b="0" strike="noStrike" spc="-1">
              <a:latin typeface="Arial"/>
            </a:endParaRPr>
          </a:p>
        </p:txBody>
      </p:sp>
      <p:pic>
        <p:nvPicPr>
          <p:cNvPr id="569" name="Picture 3"/>
          <p:cNvPicPr/>
          <p:nvPr/>
        </p:nvPicPr>
        <p:blipFill>
          <a:blip r:embed="rId3"/>
          <a:stretch/>
        </p:blipFill>
        <p:spPr>
          <a:xfrm>
            <a:off x="0" y="2143080"/>
            <a:ext cx="9157320" cy="33390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 (clave simétrica)</a:t>
            </a:r>
            <a:endParaRPr lang="es-ES" sz="3100" b="0" strike="noStrike" spc="-1">
              <a:latin typeface="Arial"/>
            </a:endParaRPr>
          </a:p>
        </p:txBody>
      </p:sp>
      <p:sp>
        <p:nvSpPr>
          <p:cNvPr id="57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La seguridad está en la clave no en el algoritmo.</a:t>
            </a:r>
            <a:endParaRPr lang="es-ES" sz="3000" b="0" strike="noStrike" spc="-1">
              <a:latin typeface="Arial"/>
            </a:endParaRPr>
          </a:p>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 Las claves hay que distribuirlas en secreto.</a:t>
            </a:r>
            <a:endParaRPr lang="es-ES" sz="3000" b="0" strike="noStrike" spc="-1">
              <a:latin typeface="Arial"/>
            </a:endParaRPr>
          </a:p>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 Si una clave está comprometida, puede descifrarse todo el tráfico con la misma.</a:t>
            </a:r>
            <a:endParaRPr lang="es-ES" sz="3000" b="0" strike="noStrike" spc="-1">
              <a:latin typeface="Arial"/>
            </a:endParaRPr>
          </a:p>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Para que un  ataque sea  computacionalmente irrealizable se recomienda una longitud mínima de 128 bits de clave.</a:t>
            </a:r>
            <a:endParaRPr lang="es-ES" sz="3000" b="0" strike="noStrike" spc="-1">
              <a:latin typeface="Arial"/>
            </a:endParaRPr>
          </a:p>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Algoritmos: DES, Triple DES (3DES), IDEA,  AES, BLOWFISH, RC4, RC5 …</a:t>
            </a:r>
            <a:endParaRPr lang="es-ES" sz="3000" b="0" strike="noStrike" spc="-1">
              <a:latin typeface="Arial"/>
            </a:endParaRPr>
          </a:p>
        </p:txBody>
      </p:sp>
      <p:sp>
        <p:nvSpPr>
          <p:cNvPr id="57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7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71602B37-3BAF-4E16-9C1D-D782EC84FB5E}" type="slidenum">
              <a:rPr lang="es-ES" sz="1200" b="0" i="1" strike="noStrike" spc="-1">
                <a:solidFill>
                  <a:srgbClr val="91E614"/>
                </a:solidFill>
                <a:latin typeface="Century Gothic"/>
                <a:ea typeface="DejaVu Sans"/>
              </a:rPr>
              <a:t>110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 (clave simétrica)</a:t>
            </a:r>
            <a:endParaRPr lang="es-ES" sz="3100" b="0" strike="noStrike" spc="-1">
              <a:latin typeface="Arial"/>
            </a:endParaRPr>
          </a:p>
        </p:txBody>
      </p:sp>
      <p:sp>
        <p:nvSpPr>
          <p:cNvPr id="57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41"/>
              </a:spcBef>
              <a:buClr>
                <a:srgbClr val="000000"/>
              </a:buClr>
              <a:buFont typeface="Symbol"/>
              <a:buChar char=""/>
            </a:pPr>
            <a:r>
              <a:rPr lang="es-ES" sz="3200" b="0" strike="noStrike" spc="-1">
                <a:solidFill>
                  <a:srgbClr val="000000"/>
                </a:solidFill>
                <a:latin typeface="Arial"/>
                <a:ea typeface="DejaVu Sans"/>
              </a:rPr>
              <a:t>Ventajas:</a:t>
            </a:r>
            <a:endParaRPr lang="es-ES" sz="32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Eficiente (los algoritmos utilizados son muy rápidos).</a:t>
            </a:r>
            <a:endParaRPr lang="es-ES" sz="2800" b="0" strike="noStrike" spc="-1">
              <a:latin typeface="Arial"/>
            </a:endParaRPr>
          </a:p>
          <a:p>
            <a:pPr marL="343080" indent="-342000">
              <a:lnSpc>
                <a:spcPct val="100000"/>
              </a:lnSpc>
              <a:spcBef>
                <a:spcPts val="641"/>
              </a:spcBef>
              <a:buClr>
                <a:srgbClr val="000000"/>
              </a:buClr>
              <a:buFont typeface="Symbol"/>
              <a:buChar char=""/>
            </a:pPr>
            <a:r>
              <a:rPr lang="es-ES" sz="3200" b="0" strike="noStrike" spc="-1">
                <a:solidFill>
                  <a:srgbClr val="000000"/>
                </a:solidFill>
                <a:latin typeface="Arial"/>
                <a:ea typeface="DejaVu Sans"/>
              </a:rPr>
              <a:t> Inconvenientes:</a:t>
            </a:r>
            <a:endParaRPr lang="es-ES" sz="32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Ambas partes deben conocer la clave y ya se sabe que no hay nada menos secreto que un secreto compartido.</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Muchas claves, una por cada pareja de comunicantes.</a:t>
            </a:r>
            <a:endParaRPr lang="es-ES" sz="2800" b="0" strike="noStrike" spc="-1">
              <a:latin typeface="Arial"/>
            </a:endParaRPr>
          </a:p>
        </p:txBody>
      </p:sp>
      <p:sp>
        <p:nvSpPr>
          <p:cNvPr id="57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7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9750F7A3-70C2-4E49-9246-EC03A0708A13}" type="slidenum">
              <a:rPr lang="es-ES" sz="1200" b="0" i="1" strike="noStrike" spc="-1">
                <a:solidFill>
                  <a:srgbClr val="91E614"/>
                </a:solidFill>
                <a:latin typeface="Century Gothic"/>
                <a:ea typeface="DejaVu Sans"/>
              </a:rPr>
              <a:t>111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 (clave asimétrica)</a:t>
            </a:r>
            <a:endParaRPr lang="es-ES" sz="3100" b="0" strike="noStrike" spc="-1">
              <a:latin typeface="Arial"/>
            </a:endParaRPr>
          </a:p>
        </p:txBody>
      </p:sp>
      <p:sp>
        <p:nvSpPr>
          <p:cNvPr id="57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Se basan en el uso de dos claves: una </a:t>
            </a:r>
            <a:r>
              <a:rPr lang="es-ES" sz="3200" b="1" strike="noStrike" spc="-1">
                <a:solidFill>
                  <a:srgbClr val="000000"/>
                </a:solidFill>
                <a:latin typeface="Arial"/>
                <a:ea typeface="DejaVu Sans"/>
              </a:rPr>
              <a:t>pública</a:t>
            </a:r>
            <a:r>
              <a:rPr lang="es-ES" sz="3200" b="0" strike="noStrike" spc="-1">
                <a:solidFill>
                  <a:srgbClr val="000000"/>
                </a:solidFill>
                <a:latin typeface="Arial"/>
                <a:ea typeface="DejaVu Sans"/>
              </a:rPr>
              <a:t> y otra </a:t>
            </a:r>
            <a:r>
              <a:rPr lang="es-ES" sz="3200" b="1" strike="noStrike" spc="-1">
                <a:solidFill>
                  <a:srgbClr val="000000"/>
                </a:solidFill>
                <a:latin typeface="Arial"/>
                <a:ea typeface="DejaVu Sans"/>
              </a:rPr>
              <a:t>privada</a:t>
            </a:r>
            <a:r>
              <a:rPr lang="es-ES" sz="3200" b="0" strike="noStrike" spc="-1">
                <a:solidFill>
                  <a:srgbClr val="000000"/>
                </a:solidFill>
                <a:latin typeface="Arial"/>
                <a:ea typeface="DejaVu Sans"/>
              </a:rPr>
              <a:t>.</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Cada emisor/receptor tiene dos claves.</a:t>
            </a:r>
            <a:endParaRPr lang="es-ES" sz="3200" b="0" strike="noStrike" spc="-1">
              <a:latin typeface="Arial"/>
            </a:endParaRPr>
          </a:p>
          <a:p>
            <a:pPr marL="743040" lvl="1" indent="-284760" algn="just">
              <a:lnSpc>
                <a:spcPct val="100000"/>
              </a:lnSpc>
              <a:spcBef>
                <a:spcPts val="561"/>
              </a:spcBef>
              <a:buClr>
                <a:srgbClr val="000000"/>
              </a:buClr>
              <a:buFont typeface="Courier New"/>
              <a:buChar char="o"/>
            </a:pPr>
            <a:r>
              <a:rPr lang="es-ES" sz="2800" b="1" strike="noStrike" spc="-1">
                <a:solidFill>
                  <a:srgbClr val="000000"/>
                </a:solidFill>
                <a:latin typeface="Arial"/>
                <a:ea typeface="DejaVu Sans"/>
              </a:rPr>
              <a:t>La clave privada sólo la conoce el dueño de la clave</a:t>
            </a:r>
            <a:r>
              <a:rPr lang="es-ES" sz="2800" b="0" strike="noStrike" spc="-1">
                <a:solidFill>
                  <a:srgbClr val="000000"/>
                </a:solidFill>
                <a:latin typeface="Arial"/>
                <a:ea typeface="DejaVu Sans"/>
              </a:rPr>
              <a:t>, es decir, no se publica (no se envía por la red).</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La clave pública es conocida por otros</a:t>
            </a:r>
            <a:r>
              <a:rPr lang="es-ES" sz="2800" b="0" strike="noStrike" spc="-1">
                <a:solidFill>
                  <a:srgbClr val="000000"/>
                </a:solidFill>
                <a:latin typeface="Arial"/>
                <a:ea typeface="DejaVu Sans"/>
              </a:rPr>
              <a:t>.</a:t>
            </a:r>
            <a:endParaRPr lang="es-ES" sz="28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Se generan al mismo tiempo dando lugar a pares biunívocos, de tal forma que </a:t>
            </a:r>
            <a:r>
              <a:rPr lang="es-ES" sz="3100" b="1" strike="noStrike" spc="-1">
                <a:solidFill>
                  <a:srgbClr val="000000"/>
                </a:solidFill>
                <a:latin typeface="Arial"/>
                <a:ea typeface="DejaVu Sans"/>
              </a:rPr>
              <a:t>la 	combinación pública-privada es única</a:t>
            </a:r>
            <a:r>
              <a:rPr lang="es-ES" sz="3200" b="0" strike="noStrike" spc="-1">
                <a:solidFill>
                  <a:srgbClr val="000000"/>
                </a:solidFill>
                <a:latin typeface="Arial"/>
                <a:ea typeface="DejaVu Sans"/>
              </a:rPr>
              <a:t>.</a:t>
            </a:r>
            <a:endParaRPr lang="es-ES" sz="3200" b="0" strike="noStrike" spc="-1">
              <a:latin typeface="Arial"/>
            </a:endParaRPr>
          </a:p>
        </p:txBody>
      </p:sp>
      <p:sp>
        <p:nvSpPr>
          <p:cNvPr id="58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8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87C6D48-61BB-4E1F-BA4E-221E6D9AEB72}" type="slidenum">
              <a:rPr lang="es-ES" sz="1200" b="0" i="1" strike="noStrike" spc="-1">
                <a:solidFill>
                  <a:srgbClr val="91E614"/>
                </a:solidFill>
                <a:latin typeface="Century Gothic"/>
                <a:ea typeface="DejaVu Sans"/>
              </a:rPr>
              <a:t>112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 (clave asimétrica)</a:t>
            </a:r>
            <a:endParaRPr lang="es-ES" sz="3100" b="0" strike="noStrike" spc="-1">
              <a:latin typeface="Arial"/>
            </a:endParaRPr>
          </a:p>
        </p:txBody>
      </p:sp>
      <p:sp>
        <p:nvSpPr>
          <p:cNvPr id="58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Lo que se cifra con la clave privada solo se puede descifrar con la pública.</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Lo que se cifra con la clave pública solo se puede descifrar con la privada.</a:t>
            </a:r>
            <a:endParaRPr lang="es-ES" sz="3200" b="0" strike="noStrike" spc="-1">
              <a:latin typeface="Arial"/>
            </a:endParaRPr>
          </a:p>
        </p:txBody>
      </p:sp>
      <p:sp>
        <p:nvSpPr>
          <p:cNvPr id="58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8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F1A317A5-268D-459E-A212-31C87435A8A2}" type="slidenum">
              <a:rPr lang="es-ES" sz="1200" b="0" i="1" strike="noStrike" spc="-1">
                <a:solidFill>
                  <a:srgbClr val="91E614"/>
                </a:solidFill>
                <a:latin typeface="Century Gothic"/>
                <a:ea typeface="DejaVu Sans"/>
              </a:rPr>
              <a:t>113</a:t>
            </a:fld>
            <a:endParaRPr lang="es-ES" sz="1200" b="0" strike="noStrike" spc="-1">
              <a:latin typeface="Arial"/>
            </a:endParaRPr>
          </a:p>
        </p:txBody>
      </p:sp>
      <p:pic>
        <p:nvPicPr>
          <p:cNvPr id="586" name="Picture 3"/>
          <p:cNvPicPr/>
          <p:nvPr/>
        </p:nvPicPr>
        <p:blipFill>
          <a:blip r:embed="rId3"/>
          <a:stretch/>
        </p:blipFill>
        <p:spPr>
          <a:xfrm>
            <a:off x="-4680" y="3214800"/>
            <a:ext cx="9147600" cy="33836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Algoritmos de cifrado (clave asimétrica)</a:t>
            </a:r>
            <a:endParaRPr lang="es-ES" sz="3100" b="0" strike="noStrike" spc="-1">
              <a:latin typeface="Arial"/>
            </a:endParaRPr>
          </a:p>
        </p:txBody>
      </p:sp>
      <p:sp>
        <p:nvSpPr>
          <p:cNvPr id="588"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601"/>
              </a:spcBef>
              <a:buClr>
                <a:srgbClr val="000000"/>
              </a:buClr>
              <a:buFont typeface="Symbol"/>
              <a:buChar char=""/>
            </a:pPr>
            <a:r>
              <a:rPr lang="es-ES" sz="3000" b="0" strike="noStrike" spc="-1">
                <a:solidFill>
                  <a:srgbClr val="000000"/>
                </a:solidFill>
                <a:latin typeface="Arial"/>
                <a:ea typeface="DejaVu Sans"/>
              </a:rPr>
              <a:t>Algoritmos: RSA, DSA, Diffie-Hellman (DH), …</a:t>
            </a:r>
            <a:endParaRPr lang="es-ES" sz="3000" b="0" strike="noStrike" spc="-1">
              <a:latin typeface="Arial"/>
            </a:endParaRPr>
          </a:p>
          <a:p>
            <a:pPr marL="343080" indent="-342000">
              <a:lnSpc>
                <a:spcPct val="100000"/>
              </a:lnSpc>
              <a:spcBef>
                <a:spcPts val="601"/>
              </a:spcBef>
              <a:buClr>
                <a:srgbClr val="000000"/>
              </a:buClr>
              <a:buFont typeface="Symbol"/>
              <a:buChar char=""/>
            </a:pPr>
            <a:r>
              <a:rPr lang="es-ES" sz="3000" b="0" strike="noStrike" spc="-1">
                <a:solidFill>
                  <a:srgbClr val="000000"/>
                </a:solidFill>
                <a:latin typeface="Arial"/>
                <a:ea typeface="DejaVu Sans"/>
              </a:rPr>
              <a:t>Ventajas:</a:t>
            </a:r>
            <a:endParaRPr lang="es-ES" sz="30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La clave privada no se transmite</a:t>
            </a:r>
            <a:r>
              <a:rPr lang="es-ES" sz="2800" b="0" strike="noStrike" spc="-1">
                <a:solidFill>
                  <a:srgbClr val="000000"/>
                </a:solidFill>
                <a:latin typeface="Arial"/>
                <a:ea typeface="DejaVu Sans"/>
              </a:rPr>
              <a:t> y es suficiente que cada usuario tenga su clave doble pública-privada.</a:t>
            </a:r>
            <a:endParaRPr lang="es-ES" sz="2800" b="0" strike="noStrike" spc="-1">
              <a:latin typeface="Arial"/>
            </a:endParaRPr>
          </a:p>
          <a:p>
            <a:pPr marL="343080" indent="-342000">
              <a:lnSpc>
                <a:spcPct val="100000"/>
              </a:lnSpc>
              <a:spcBef>
                <a:spcPts val="641"/>
              </a:spcBef>
              <a:buClr>
                <a:srgbClr val="000000"/>
              </a:buClr>
              <a:buFont typeface="Symbol"/>
              <a:buChar char=""/>
            </a:pPr>
            <a:r>
              <a:rPr lang="es-ES" sz="3200" b="0" strike="noStrike" spc="-1">
                <a:solidFill>
                  <a:srgbClr val="000000"/>
                </a:solidFill>
                <a:latin typeface="Arial"/>
                <a:ea typeface="DejaVu Sans"/>
              </a:rPr>
              <a:t> </a:t>
            </a:r>
            <a:r>
              <a:rPr lang="es-ES" sz="3000" b="0" strike="noStrike" spc="-1">
                <a:solidFill>
                  <a:srgbClr val="000000"/>
                </a:solidFill>
                <a:latin typeface="Arial"/>
                <a:ea typeface="DejaVu Sans"/>
              </a:rPr>
              <a:t>Inconvenientes:</a:t>
            </a:r>
            <a:endParaRPr lang="es-ES" sz="30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 </a:t>
            </a:r>
            <a:r>
              <a:rPr lang="es-ES" sz="2800" b="1" strike="noStrike" spc="-1">
                <a:solidFill>
                  <a:srgbClr val="000000"/>
                </a:solidFill>
                <a:latin typeface="Arial"/>
                <a:ea typeface="DejaVu Sans"/>
              </a:rPr>
              <a:t>No </a:t>
            </a:r>
            <a:r>
              <a:rPr lang="es-ES" sz="2800" b="0" strike="noStrike" spc="-1">
                <a:solidFill>
                  <a:srgbClr val="000000"/>
                </a:solidFill>
                <a:latin typeface="Arial"/>
                <a:ea typeface="DejaVu Sans"/>
              </a:rPr>
              <a:t>utiliza</a:t>
            </a:r>
            <a:r>
              <a:rPr lang="es-ES" sz="2800" b="1" strike="noStrike" spc="-1">
                <a:solidFill>
                  <a:srgbClr val="000000"/>
                </a:solidFill>
                <a:latin typeface="Arial"/>
                <a:ea typeface="DejaVu Sans"/>
              </a:rPr>
              <a:t> algoritmos eficientes</a:t>
            </a:r>
            <a:r>
              <a:rPr lang="es-ES" sz="2800" b="0" strike="noStrike" spc="-1">
                <a:solidFill>
                  <a:srgbClr val="000000"/>
                </a:solidFill>
                <a:latin typeface="Arial"/>
                <a:ea typeface="DejaVu Sans"/>
              </a:rPr>
              <a:t>, ya que no son rápidos cifrando y descifrando.</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 Se debe </a:t>
            </a:r>
            <a:r>
              <a:rPr lang="es-ES" sz="2800" b="1" strike="noStrike" spc="-1">
                <a:solidFill>
                  <a:srgbClr val="000000"/>
                </a:solidFill>
                <a:latin typeface="Arial"/>
                <a:ea typeface="DejaVu Sans"/>
              </a:rPr>
              <a:t>garantizar la autenticidad de las claves públicas</a:t>
            </a:r>
            <a:r>
              <a:rPr lang="es-ES" sz="2800" b="0" strike="noStrike" spc="-1">
                <a:solidFill>
                  <a:srgbClr val="000000"/>
                </a:solidFill>
                <a:latin typeface="Arial"/>
                <a:ea typeface="DejaVu Sans"/>
              </a:rPr>
              <a:t>; es decir, que la clave pública de un usuario es realmente suya.</a:t>
            </a:r>
            <a:endParaRPr lang="es-ES" sz="2800" b="0" strike="noStrike" spc="-1">
              <a:latin typeface="Arial"/>
            </a:endParaRPr>
          </a:p>
        </p:txBody>
      </p:sp>
      <p:sp>
        <p:nvSpPr>
          <p:cNvPr id="58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9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3FBEC75-56B9-4C9B-8BC6-9488ADFEC7CA}" type="slidenum">
              <a:rPr lang="es-ES" sz="1200" b="0" i="1" strike="noStrike" spc="-1">
                <a:solidFill>
                  <a:srgbClr val="91E614"/>
                </a:solidFill>
                <a:latin typeface="Century Gothic"/>
                <a:ea typeface="DejaVu Sans"/>
              </a:rPr>
              <a:t>114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Criptografía híbrida</a:t>
            </a:r>
            <a:endParaRPr lang="es-ES" sz="3100" b="0" strike="noStrike" spc="-1">
              <a:latin typeface="Arial"/>
            </a:endParaRPr>
          </a:p>
        </p:txBody>
      </p:sp>
      <p:sp>
        <p:nvSpPr>
          <p:cNvPr id="59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01"/>
              </a:spcBef>
            </a:pPr>
            <a:r>
              <a:rPr lang="es-ES" sz="3000" b="0" strike="noStrike" spc="-1">
                <a:solidFill>
                  <a:srgbClr val="000000"/>
                </a:solidFill>
                <a:latin typeface="Arial"/>
                <a:ea typeface="DejaVu Sans"/>
              </a:rPr>
              <a:t>Es habitual combinar algoritmos de clave simétrica y asimétrica en transmisión de información.</a:t>
            </a:r>
            <a:endParaRPr lang="es-ES" sz="30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¿Por qué no usar únicamente criptografía simétrica?.</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400" b="0" strike="noStrike" spc="-1">
                <a:solidFill>
                  <a:srgbClr val="000000"/>
                </a:solidFill>
                <a:latin typeface="Arial"/>
                <a:ea typeface="DejaVu Sans"/>
              </a:rPr>
              <a:t> </a:t>
            </a:r>
            <a:r>
              <a:rPr lang="es-ES" sz="2800" b="0" strike="noStrike" spc="-1">
                <a:solidFill>
                  <a:srgbClr val="000000"/>
                </a:solidFill>
                <a:latin typeface="Arial"/>
                <a:ea typeface="DejaVu Sans"/>
              </a:rPr>
              <a:t>Es problemático intercambiar la clave.</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¿Por qué no usar únicamente criptografía asimétrica?</a:t>
            </a:r>
            <a:endParaRPr lang="es-ES" sz="2800" b="0" strike="noStrike" spc="-1">
              <a:latin typeface="Arial"/>
            </a:endParaRPr>
          </a:p>
          <a:p>
            <a:pPr marL="743040" lvl="1" indent="-284760" algn="just">
              <a:lnSpc>
                <a:spcPct val="100000"/>
              </a:lnSpc>
              <a:spcBef>
                <a:spcPts val="561"/>
              </a:spcBef>
              <a:buClr>
                <a:srgbClr val="000000"/>
              </a:buClr>
              <a:buFont typeface="Courier New"/>
              <a:buChar char="o"/>
            </a:pPr>
            <a:r>
              <a:rPr lang="es-ES" sz="2400" b="0" strike="noStrike" spc="-1">
                <a:solidFill>
                  <a:srgbClr val="000000"/>
                </a:solidFill>
                <a:latin typeface="Arial"/>
                <a:ea typeface="DejaVu Sans"/>
              </a:rPr>
              <a:t> </a:t>
            </a:r>
            <a:r>
              <a:rPr lang="es-ES" sz="2800" b="0" strike="noStrike" spc="-1">
                <a:solidFill>
                  <a:srgbClr val="000000"/>
                </a:solidFill>
                <a:latin typeface="Arial"/>
                <a:ea typeface="DejaVu Sans"/>
              </a:rPr>
              <a:t>El cifrado y descifrado es más lento y costoso en CPU que si se usa un algoritmo de criptografía simétrica.</a:t>
            </a:r>
            <a:endParaRPr lang="es-ES" sz="2800" b="0" strike="noStrike" spc="-1">
              <a:latin typeface="Arial"/>
            </a:endParaRPr>
          </a:p>
        </p:txBody>
      </p:sp>
      <p:sp>
        <p:nvSpPr>
          <p:cNvPr id="59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9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BE67A46-6B96-4E7C-803A-EC785733D894}" type="slidenum">
              <a:rPr lang="es-ES" sz="1200" b="0" i="1" strike="noStrike" spc="-1">
                <a:solidFill>
                  <a:srgbClr val="91E614"/>
                </a:solidFill>
                <a:latin typeface="Century Gothic"/>
                <a:ea typeface="DejaVu Sans"/>
              </a:rPr>
              <a:t>115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Criptografía híbrida</a:t>
            </a:r>
            <a:endParaRPr lang="es-ES" sz="3100" b="0" strike="noStrike" spc="-1">
              <a:latin typeface="Arial"/>
            </a:endParaRPr>
          </a:p>
        </p:txBody>
      </p:sp>
      <p:sp>
        <p:nvSpPr>
          <p:cNvPr id="59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nSpc>
                <a:spcPct val="100000"/>
              </a:lnSpc>
              <a:spcBef>
                <a:spcPts val="561"/>
              </a:spcBef>
            </a:pPr>
            <a:r>
              <a:rPr lang="es-ES" sz="2800" b="0" strike="noStrike" spc="-1">
                <a:solidFill>
                  <a:srgbClr val="000000"/>
                </a:solidFill>
                <a:latin typeface="Arial"/>
                <a:ea typeface="DejaVu Sans"/>
              </a:rPr>
              <a:t>Ejemplo (simplificado):</a:t>
            </a:r>
            <a:endParaRPr lang="es-ES" sz="2800" b="0" strike="noStrike" spc="-1">
              <a:latin typeface="Arial"/>
            </a:endParaRPr>
          </a:p>
          <a:p>
            <a:pPr marL="343080" indent="-342000">
              <a:lnSpc>
                <a:spcPct val="100000"/>
              </a:lnSpc>
              <a:spcBef>
                <a:spcPts val="561"/>
              </a:spcBef>
            </a:pPr>
            <a:r>
              <a:rPr lang="es-ES" sz="2800" b="0" strike="noStrike" spc="-1">
                <a:solidFill>
                  <a:srgbClr val="000000"/>
                </a:solidFill>
                <a:latin typeface="Arial"/>
                <a:ea typeface="DejaVu Sans"/>
              </a:rPr>
              <a:t>1) El cliente se conecta al servidor.</a:t>
            </a:r>
            <a:endParaRPr lang="es-ES" sz="2800" b="0" strike="noStrike" spc="-1">
              <a:latin typeface="Arial"/>
            </a:endParaRPr>
          </a:p>
          <a:p>
            <a:pPr marL="343080" indent="-342000">
              <a:lnSpc>
                <a:spcPct val="100000"/>
              </a:lnSpc>
              <a:spcBef>
                <a:spcPts val="561"/>
              </a:spcBef>
            </a:pPr>
            <a:r>
              <a:rPr lang="es-ES" sz="2800" b="0" strike="noStrike" spc="-1">
                <a:solidFill>
                  <a:srgbClr val="000000"/>
                </a:solidFill>
                <a:latin typeface="Arial"/>
                <a:ea typeface="DejaVu Sans"/>
              </a:rPr>
              <a:t>2) El servidor envía su clave pública.</a:t>
            </a:r>
            <a:endParaRPr lang="es-ES" sz="28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3) El cliente verifica que la clave es realmente del servidor.</a:t>
            </a:r>
            <a:endParaRPr lang="es-ES" sz="28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4) El cliente genera una clave simétrica, la cifra con la clave pública del servidor y se la envía.</a:t>
            </a:r>
            <a:endParaRPr lang="es-ES" sz="28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5) El servidor recibe la clave simétrica y la descifra con su clave privada.</a:t>
            </a:r>
            <a:endParaRPr lang="es-ES" sz="28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6) Los dos tienen la clave privada para intercambiar 	información cifrada.</a:t>
            </a:r>
            <a:endParaRPr lang="es-ES" sz="2800" b="0" strike="noStrike" spc="-1">
              <a:latin typeface="Arial"/>
            </a:endParaRPr>
          </a:p>
        </p:txBody>
      </p:sp>
      <p:sp>
        <p:nvSpPr>
          <p:cNvPr id="59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59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84A4748-78D2-4983-8016-F4D4D9124751}" type="slidenum">
              <a:rPr lang="es-ES" sz="1200" b="0" i="1" strike="noStrike" spc="-1">
                <a:solidFill>
                  <a:srgbClr val="91E614"/>
                </a:solidFill>
                <a:latin typeface="Century Gothic"/>
                <a:ea typeface="DejaVu Sans"/>
              </a:rPr>
              <a:t>116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Funciones resumen (hash)</a:t>
            </a:r>
            <a:endParaRPr lang="es-ES" sz="3100" b="0" strike="noStrike" spc="-1">
              <a:latin typeface="Arial"/>
            </a:endParaRPr>
          </a:p>
        </p:txBody>
      </p:sp>
      <p:sp>
        <p:nvSpPr>
          <p:cNvPr id="600"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Funciones basadas en algoritmos que obtienen un resumen de fichero/mensaje (un texto, una imagen, …).</a:t>
            </a:r>
            <a:endParaRPr lang="es-ES" sz="3200" b="0" strike="noStrike" spc="-1">
              <a:latin typeface="Arial"/>
            </a:endParaRPr>
          </a:p>
        </p:txBody>
      </p:sp>
      <p:sp>
        <p:nvSpPr>
          <p:cNvPr id="60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0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A0F301D4-058B-4F65-8776-426009F60CAB}" type="slidenum">
              <a:rPr lang="es-ES" sz="1200" b="0" i="1" strike="noStrike" spc="-1">
                <a:solidFill>
                  <a:srgbClr val="91E614"/>
                </a:solidFill>
                <a:latin typeface="Century Gothic"/>
                <a:ea typeface="DejaVu Sans"/>
              </a:rPr>
              <a:t>117</a:t>
            </a:fld>
            <a:endParaRPr lang="es-ES" sz="1200" b="0" strike="noStrike" spc="-1">
              <a:latin typeface="Arial"/>
            </a:endParaRPr>
          </a:p>
        </p:txBody>
      </p:sp>
      <p:pic>
        <p:nvPicPr>
          <p:cNvPr id="603" name="Picture 3"/>
          <p:cNvPicPr/>
          <p:nvPr/>
        </p:nvPicPr>
        <p:blipFill>
          <a:blip r:embed="rId3"/>
          <a:stretch/>
        </p:blipFill>
        <p:spPr>
          <a:xfrm>
            <a:off x="0" y="2857680"/>
            <a:ext cx="9152280" cy="320868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Funciones resumen (hash)</a:t>
            </a:r>
            <a:endParaRPr lang="es-ES" sz="3100" b="0" strike="noStrike" spc="-1">
              <a:latin typeface="Arial"/>
            </a:endParaRPr>
          </a:p>
        </p:txBody>
      </p:sp>
      <p:sp>
        <p:nvSpPr>
          <p:cNvPr id="605"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dirty="0">
                <a:solidFill>
                  <a:srgbClr val="000000"/>
                </a:solidFill>
                <a:latin typeface="Arial"/>
                <a:ea typeface="DejaVu Sans"/>
              </a:rPr>
              <a:t>Puedes generar un hash en la página:</a:t>
            </a:r>
            <a:endParaRPr lang="es-ES" sz="3200" b="0" strike="noStrike" spc="-1" dirty="0">
              <a:latin typeface="Arial"/>
            </a:endParaRPr>
          </a:p>
          <a:p>
            <a:pPr algn="just">
              <a:lnSpc>
                <a:spcPct val="100000"/>
              </a:lnSpc>
              <a:spcBef>
                <a:spcPts val="641"/>
              </a:spcBef>
            </a:pPr>
            <a:endParaRPr lang="es-ES" sz="3200" b="0" strike="noStrike" spc="-1" dirty="0">
              <a:latin typeface="Arial"/>
            </a:endParaRPr>
          </a:p>
          <a:p>
            <a:pPr algn="just">
              <a:lnSpc>
                <a:spcPct val="100000"/>
              </a:lnSpc>
              <a:spcBef>
                <a:spcPts val="641"/>
              </a:spcBef>
            </a:pPr>
            <a:r>
              <a:rPr lang="es-ES" sz="3200" b="1" strike="noStrike" spc="-1" dirty="0">
                <a:solidFill>
                  <a:srgbClr val="000000"/>
                </a:solidFill>
                <a:latin typeface="Arial"/>
                <a:ea typeface="DejaVu Sans"/>
              </a:rPr>
              <a:t>https://es.infobyip.com/hashcalculator.php</a:t>
            </a:r>
            <a:endParaRPr lang="es-ES" sz="3200" b="0" strike="noStrike" spc="-1" dirty="0">
              <a:latin typeface="Arial"/>
            </a:endParaRPr>
          </a:p>
        </p:txBody>
      </p:sp>
      <p:sp>
        <p:nvSpPr>
          <p:cNvPr id="60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0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CF7F311-9F38-452F-ADD4-2E563A7DD9E8}" type="slidenum">
              <a:rPr lang="es-ES" sz="1200" b="0" i="1" strike="noStrike" spc="-1">
                <a:solidFill>
                  <a:srgbClr val="91E614"/>
                </a:solidFill>
                <a:latin typeface="Century Gothic"/>
                <a:ea typeface="DejaVu Sans"/>
              </a:rPr>
              <a:t>118</a:t>
            </a:fld>
            <a:endParaRPr lang="es-ES" sz="1200" b="0" strike="noStrike" spc="-1">
              <a:latin typeface="Arial"/>
            </a:endParaRPr>
          </a:p>
        </p:txBody>
      </p:sp>
      <p:pic>
        <p:nvPicPr>
          <p:cNvPr id="608" name="Picture 2"/>
          <p:cNvPicPr/>
          <p:nvPr/>
        </p:nvPicPr>
        <p:blipFill>
          <a:blip r:embed="rId3"/>
          <a:stretch/>
        </p:blipFill>
        <p:spPr>
          <a:xfrm>
            <a:off x="395640" y="2774520"/>
            <a:ext cx="7803360" cy="403344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Funciones resumen (hash)</a:t>
            </a:r>
            <a:endParaRPr lang="es-ES" sz="3100" b="0" strike="noStrike" spc="-1">
              <a:latin typeface="Arial"/>
            </a:endParaRPr>
          </a:p>
        </p:txBody>
      </p:sp>
      <p:sp>
        <p:nvSpPr>
          <p:cNvPr id="610"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720"/>
              </a:spcBef>
              <a:buClr>
                <a:srgbClr val="000000"/>
              </a:buClr>
              <a:buFont typeface="Symbol"/>
              <a:buChar char=""/>
            </a:pPr>
            <a:r>
              <a:rPr lang="es-ES" sz="3200" dirty="0"/>
              <a:t>Una </a:t>
            </a:r>
            <a:r>
              <a:rPr lang="es-ES" sz="3200"/>
              <a:t>función hash es </a:t>
            </a:r>
            <a:r>
              <a:rPr lang="es-ES" sz="3200" dirty="0"/>
              <a:t>un algoritmo matemático que transforma cualquier bloque arbitrario de datos en una nueva serie de caracteres con una longitud fija (40 caracteres).</a:t>
            </a:r>
            <a:endParaRPr lang="es-ES" sz="3200" spc="-1" dirty="0">
              <a:solidFill>
                <a:srgbClr val="000000"/>
              </a:solidFill>
              <a:latin typeface="Arial"/>
              <a:ea typeface="DejaVu Sans"/>
            </a:endParaRPr>
          </a:p>
          <a:p>
            <a:pPr marL="343080" indent="-342000" algn="just">
              <a:lnSpc>
                <a:spcPct val="100000"/>
              </a:lnSpc>
              <a:spcBef>
                <a:spcPts val="720"/>
              </a:spcBef>
              <a:buClr>
                <a:srgbClr val="000000"/>
              </a:buClr>
              <a:buFont typeface="Symbol"/>
              <a:buChar char=""/>
            </a:pPr>
            <a:r>
              <a:rPr lang="es-ES" sz="3200" b="0" strike="noStrike" spc="-1" dirty="0">
                <a:solidFill>
                  <a:srgbClr val="000000"/>
                </a:solidFill>
                <a:latin typeface="Arial"/>
                <a:ea typeface="DejaVu Sans"/>
              </a:rPr>
              <a:t>El resumen es único para el mensaje.</a:t>
            </a:r>
            <a:endParaRPr lang="es-ES" sz="3200" b="0" strike="noStrike" spc="-1" dirty="0">
              <a:latin typeface="Arial"/>
            </a:endParaRPr>
          </a:p>
          <a:p>
            <a:pPr marL="343080" indent="-342000" algn="just">
              <a:lnSpc>
                <a:spcPct val="100000"/>
              </a:lnSpc>
              <a:spcBef>
                <a:spcPts val="720"/>
              </a:spcBef>
              <a:buClr>
                <a:srgbClr val="000000"/>
              </a:buClr>
              <a:buFont typeface="Symbol"/>
              <a:buChar char=""/>
            </a:pPr>
            <a:r>
              <a:rPr lang="es-ES" sz="3200" b="0" strike="noStrike" spc="-1" dirty="0">
                <a:solidFill>
                  <a:srgbClr val="000000"/>
                </a:solidFill>
                <a:latin typeface="Arial"/>
                <a:ea typeface="DejaVu Sans"/>
              </a:rPr>
              <a:t>Son funciones de un solo sentido: conocido el resumen no se puede conocer el fichero/mensaje.</a:t>
            </a:r>
            <a:endParaRPr lang="es-ES" sz="3200" b="0" strike="noStrike" spc="-1" dirty="0">
              <a:latin typeface="Arial"/>
            </a:endParaRPr>
          </a:p>
          <a:p>
            <a:pPr marL="343080" indent="-342000">
              <a:lnSpc>
                <a:spcPct val="100000"/>
              </a:lnSpc>
              <a:spcBef>
                <a:spcPts val="720"/>
              </a:spcBef>
              <a:buClr>
                <a:srgbClr val="000000"/>
              </a:buClr>
              <a:buFont typeface="Symbol"/>
              <a:buChar char=""/>
            </a:pPr>
            <a:r>
              <a:rPr lang="es-ES" sz="3200" b="0" strike="noStrike" spc="-1" dirty="0">
                <a:solidFill>
                  <a:srgbClr val="000000"/>
                </a:solidFill>
                <a:latin typeface="Arial"/>
                <a:ea typeface="DejaVu Sans"/>
              </a:rPr>
              <a:t>Algoritmos: MD5, SHA1, WHIRLPOOL, …</a:t>
            </a:r>
            <a:endParaRPr lang="es-ES" sz="3200" b="0" strike="noStrike" spc="-1" dirty="0">
              <a:latin typeface="Arial"/>
            </a:endParaRPr>
          </a:p>
        </p:txBody>
      </p:sp>
      <p:sp>
        <p:nvSpPr>
          <p:cNvPr id="61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1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31450E8-8E38-432A-8638-F43B5F3426E8}" type="slidenum">
              <a:rPr lang="es-ES" sz="1200" b="0" i="1" strike="noStrike" spc="-1">
                <a:solidFill>
                  <a:srgbClr val="91E614"/>
                </a:solidFill>
                <a:latin typeface="Century Gothic"/>
                <a:ea typeface="DejaVu Sans"/>
              </a:rPr>
              <a:t>119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Firma digital</a:t>
            </a:r>
            <a:endParaRPr lang="es-ES" sz="3100" b="0" strike="noStrike" spc="-1">
              <a:latin typeface="Arial"/>
            </a:endParaRPr>
          </a:p>
        </p:txBody>
      </p:sp>
      <p:sp>
        <p:nvSpPr>
          <p:cNvPr id="614"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Permite firmar un documento digitalmente dándole veracidad.</a:t>
            </a:r>
            <a:endParaRPr lang="es-ES" sz="3600" b="0" strike="noStrike" spc="-1">
              <a:latin typeface="Arial"/>
            </a:endParaRPr>
          </a:p>
          <a:p>
            <a:pPr marL="343080" indent="-342000">
              <a:lnSpc>
                <a:spcPct val="100000"/>
              </a:lnSpc>
              <a:spcBef>
                <a:spcPts val="720"/>
              </a:spcBef>
              <a:buClr>
                <a:srgbClr val="000000"/>
              </a:buClr>
              <a:buFont typeface="Symbol"/>
              <a:buChar char=""/>
            </a:pPr>
            <a:r>
              <a:rPr lang="es-ES" sz="3600" b="0" strike="noStrike" spc="-1">
                <a:solidFill>
                  <a:srgbClr val="000000"/>
                </a:solidFill>
                <a:latin typeface="Arial"/>
                <a:ea typeface="DejaVu Sans"/>
              </a:rPr>
              <a:t>Basada en:</a:t>
            </a:r>
            <a:endParaRPr lang="es-ES" sz="3600" b="0" strike="noStrike" spc="-1">
              <a:latin typeface="Arial"/>
            </a:endParaRPr>
          </a:p>
          <a:p>
            <a:pPr marL="743040" lvl="1" indent="-284760">
              <a:lnSpc>
                <a:spcPct val="100000"/>
              </a:lnSpc>
              <a:spcBef>
                <a:spcPts val="641"/>
              </a:spcBef>
              <a:buClr>
                <a:srgbClr val="000000"/>
              </a:buClr>
              <a:buFont typeface="Courier New"/>
              <a:buChar char="o"/>
            </a:pPr>
            <a:r>
              <a:rPr lang="es-ES" sz="2800" b="0" strike="noStrike" spc="-1">
                <a:solidFill>
                  <a:srgbClr val="000000"/>
                </a:solidFill>
                <a:latin typeface="Arial"/>
                <a:ea typeface="DejaVu Sans"/>
              </a:rPr>
              <a:t> </a:t>
            </a:r>
            <a:r>
              <a:rPr lang="es-ES" sz="3200" b="0" strike="noStrike" spc="-1">
                <a:solidFill>
                  <a:srgbClr val="000000"/>
                </a:solidFill>
                <a:latin typeface="Arial"/>
                <a:ea typeface="DejaVu Sans"/>
              </a:rPr>
              <a:t>Algoritmos de clave asimétrica (pública).</a:t>
            </a:r>
            <a:endParaRPr lang="es-ES" sz="3200" b="0" strike="noStrike" spc="-1">
              <a:latin typeface="Arial"/>
            </a:endParaRPr>
          </a:p>
          <a:p>
            <a:pPr marL="743040" lvl="1" indent="-284760">
              <a:lnSpc>
                <a:spcPct val="100000"/>
              </a:lnSpc>
              <a:spcBef>
                <a:spcPts val="641"/>
              </a:spcBef>
              <a:buClr>
                <a:srgbClr val="000000"/>
              </a:buClr>
              <a:buFont typeface="Courier New"/>
              <a:buChar char="o"/>
            </a:pPr>
            <a:r>
              <a:rPr lang="es-ES" sz="3200" b="0" strike="noStrike" spc="-1">
                <a:solidFill>
                  <a:srgbClr val="000000"/>
                </a:solidFill>
                <a:latin typeface="Arial"/>
                <a:ea typeface="DejaVu Sans"/>
              </a:rPr>
              <a:t> Funciones resumen (hash).</a:t>
            </a:r>
            <a:endParaRPr lang="es-ES" sz="3200" b="0" strike="noStrike" spc="-1">
              <a:latin typeface="Arial"/>
            </a:endParaRPr>
          </a:p>
        </p:txBody>
      </p:sp>
      <p:sp>
        <p:nvSpPr>
          <p:cNvPr id="61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1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407C87D-BF55-4FE9-955C-332460E07EDD}" type="slidenum">
              <a:rPr lang="es-ES" sz="1200" b="0" i="1" strike="noStrike" spc="-1">
                <a:solidFill>
                  <a:srgbClr val="91E614"/>
                </a:solidFill>
                <a:latin typeface="Century Gothic"/>
                <a:ea typeface="DejaVu Sans"/>
              </a:rPr>
              <a:t>120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a:t>
            </a:r>
            <a:endParaRPr lang="es-ES" sz="3100" b="0" strike="noStrike" spc="-1">
              <a:latin typeface="Arial"/>
            </a:endParaRPr>
          </a:p>
        </p:txBody>
      </p:sp>
      <p:sp>
        <p:nvSpPr>
          <p:cNvPr id="618"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000000"/>
                </a:solidFill>
                <a:latin typeface="Arial"/>
                <a:ea typeface="DejaVu Sans"/>
              </a:rPr>
              <a:t>Un certificado digital es un documento/archivo que contiene:</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Información sobre una persona, entidad, empresa, organización, … (nombre, dirección, email, …)</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La clave pública del propietario (persona, entidad,…).</a:t>
            </a:r>
            <a:endParaRPr lang="es-ES" sz="2800" b="0" strike="noStrike" spc="-1">
              <a:latin typeface="Arial"/>
            </a:endParaRPr>
          </a:p>
          <a:p>
            <a:pPr marL="343080" indent="-342000" algn="just">
              <a:lnSpc>
                <a:spcPct val="100000"/>
              </a:lnSpc>
              <a:spcBef>
                <a:spcPts val="561"/>
              </a:spcBef>
              <a:buClr>
                <a:srgbClr val="000000"/>
              </a:buClr>
              <a:buFont typeface="Symbol"/>
              <a:buChar char=""/>
            </a:pPr>
            <a:r>
              <a:rPr lang="es-ES" sz="2800" b="0" strike="noStrike" spc="-1">
                <a:solidFill>
                  <a:srgbClr val="000000"/>
                </a:solidFill>
                <a:latin typeface="Arial"/>
                <a:ea typeface="DejaVu Sans"/>
              </a:rPr>
              <a:t>La firma digital de un organismo de confianza, una autoridad de certificación (AC) que garantiza que la clave pública que contiene el certificado se corresponde con el propietario del mismo.</a:t>
            </a:r>
            <a:endParaRPr lang="es-ES" sz="2800" b="0" strike="noStrike" spc="-1">
              <a:latin typeface="Arial"/>
            </a:endParaRPr>
          </a:p>
        </p:txBody>
      </p:sp>
      <p:sp>
        <p:nvSpPr>
          <p:cNvPr id="61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2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E2B3EE9-9098-4AD3-9644-627DE9277B2B}" type="slidenum">
              <a:rPr lang="es-ES" sz="1200" b="0" i="1" strike="noStrike" spc="-1">
                <a:solidFill>
                  <a:srgbClr val="91E614"/>
                </a:solidFill>
                <a:latin typeface="Century Gothic"/>
                <a:ea typeface="DejaVu Sans"/>
              </a:rPr>
              <a:t>121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a:t>
            </a:r>
            <a:endParaRPr lang="es-ES" sz="3100" b="0" strike="noStrike" spc="-1">
              <a:latin typeface="Arial"/>
            </a:endParaRPr>
          </a:p>
        </p:txBody>
      </p:sp>
      <p:sp>
        <p:nvSpPr>
          <p:cNvPr id="622"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53880" indent="-3528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Existen múltiples formatos para los certificados digitales.  El más extendido es el estándar conocido como X.509.</a:t>
            </a:r>
            <a:endParaRPr lang="es-ES" sz="3600" b="0" strike="noStrike" spc="-1">
              <a:latin typeface="Arial"/>
            </a:endParaRPr>
          </a:p>
          <a:p>
            <a:pPr marL="353880" indent="-3528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Basado en criptografía asimétrica y firma digital.</a:t>
            </a:r>
            <a:endParaRPr lang="es-ES" sz="3600" b="0" strike="noStrike" spc="-1">
              <a:latin typeface="Arial"/>
            </a:endParaRPr>
          </a:p>
        </p:txBody>
      </p:sp>
      <p:sp>
        <p:nvSpPr>
          <p:cNvPr id="62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2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96CD57E-3A4D-45F6-8126-EBFCC9705E29}" type="slidenum">
              <a:rPr lang="es-ES" sz="1200" b="0" i="1" strike="noStrike" spc="-1">
                <a:solidFill>
                  <a:srgbClr val="91E614"/>
                </a:solidFill>
                <a:latin typeface="Century Gothic"/>
                <a:ea typeface="DejaVu Sans"/>
              </a:rPr>
              <a:t>122</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 (certificados autofirmados)</a:t>
            </a:r>
            <a:endParaRPr lang="es-ES" sz="3100" b="0" strike="noStrike" spc="-1">
              <a:latin typeface="Arial"/>
            </a:endParaRPr>
          </a:p>
        </p:txBody>
      </p:sp>
      <p:sp>
        <p:nvSpPr>
          <p:cNvPr id="626"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Un certificado autofirmado es el que se realiza sin la intervención de una autoridad certificadora.</a:t>
            </a:r>
            <a:endParaRPr lang="es-ES" sz="3600" b="0" strike="noStrike" spc="-1">
              <a:latin typeface="Arial"/>
            </a:endParaRPr>
          </a:p>
          <a:p>
            <a:pPr marL="343080" indent="-342000" algn="just">
              <a:lnSpc>
                <a:spcPct val="100000"/>
              </a:lnSpc>
              <a:spcBef>
                <a:spcPts val="720"/>
              </a:spcBef>
              <a:buClr>
                <a:srgbClr val="000000"/>
              </a:buClr>
              <a:buFont typeface="Symbol"/>
              <a:buChar char=""/>
            </a:pPr>
            <a:r>
              <a:rPr lang="es-ES" sz="3600" b="0" strike="noStrike" spc="-1">
                <a:solidFill>
                  <a:srgbClr val="000000"/>
                </a:solidFill>
                <a:latin typeface="Arial"/>
                <a:ea typeface="DejaVu Sans"/>
              </a:rPr>
              <a:t> No existe ningún mecanismo automático que garantice la autenticidad del certificado.</a:t>
            </a:r>
            <a:endParaRPr lang="es-ES" sz="3600" b="0" strike="noStrike" spc="-1">
              <a:latin typeface="Arial"/>
            </a:endParaRPr>
          </a:p>
        </p:txBody>
      </p:sp>
      <p:sp>
        <p:nvSpPr>
          <p:cNvPr id="62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2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7480022-39B0-4247-96EF-E4B857B15B0E}" type="slidenum">
              <a:rPr lang="es-ES" sz="1200" b="0" i="1" strike="noStrike" spc="-1">
                <a:solidFill>
                  <a:srgbClr val="91E614"/>
                </a:solidFill>
                <a:latin typeface="Century Gothic"/>
                <a:ea typeface="DejaVu Sans"/>
              </a:rPr>
              <a:t>123</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 (Autoridades de certificación)</a:t>
            </a:r>
            <a:endParaRPr lang="es-ES" sz="3100" b="0" strike="noStrike" spc="-1">
              <a:latin typeface="Arial"/>
            </a:endParaRPr>
          </a:p>
        </p:txBody>
      </p:sp>
      <p:sp>
        <p:nvSpPr>
          <p:cNvPr id="630"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AC (</a:t>
            </a:r>
            <a:r>
              <a:rPr lang="es-ES" sz="3200" b="0" i="1" strike="noStrike" spc="-1">
                <a:solidFill>
                  <a:srgbClr val="000000"/>
                </a:solidFill>
                <a:latin typeface="Arial"/>
                <a:ea typeface="DejaVu Sans"/>
              </a:rPr>
              <a:t>Autoridad Certificadora</a:t>
            </a:r>
            <a:r>
              <a:rPr lang="es-ES" sz="3200" b="0" strike="noStrike" spc="-1">
                <a:solidFill>
                  <a:srgbClr val="000000"/>
                </a:solidFill>
                <a:latin typeface="Arial"/>
                <a:ea typeface="DejaVu Sans"/>
              </a:rPr>
              <a:t>) o CA (</a:t>
            </a:r>
            <a:r>
              <a:rPr lang="es-ES" sz="3200" b="0" i="1" strike="noStrike" spc="-1">
                <a:solidFill>
                  <a:srgbClr val="000000"/>
                </a:solidFill>
                <a:latin typeface="Arial"/>
                <a:ea typeface="DejaVu Sans"/>
              </a:rPr>
              <a:t>Certificate Authority</a:t>
            </a:r>
            <a:r>
              <a:rPr lang="es-ES" sz="3200" b="0" strike="noStrike" spc="-1">
                <a:solidFill>
                  <a:srgbClr val="000000"/>
                </a:solidFill>
                <a:latin typeface="Arial"/>
                <a:ea typeface="DejaVu Sans"/>
              </a:rPr>
              <a:t>).</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Entidades de confianza en cargadas de emitir y revocar certificados digitales.</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Aseguran que las claves públicas son de quien dicen ser.</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En España, podemos obtener Certificados Digitales a través de la Fábrica Nacional de Moneda y Timbre o mediante empresas 	como </a:t>
            </a:r>
            <a:r>
              <a:rPr lang="es-ES" sz="3200" b="0" i="1" strike="noStrike" spc="-1">
                <a:solidFill>
                  <a:srgbClr val="000000"/>
                </a:solidFill>
                <a:latin typeface="Arial"/>
                <a:ea typeface="DejaVu Sans"/>
              </a:rPr>
              <a:t>Verisign</a:t>
            </a:r>
            <a:r>
              <a:rPr lang="es-ES" sz="3200" b="0" strike="noStrike" spc="-1">
                <a:solidFill>
                  <a:srgbClr val="000000"/>
                </a:solidFill>
                <a:latin typeface="Arial"/>
                <a:ea typeface="DejaVu Sans"/>
              </a:rPr>
              <a:t>.</a:t>
            </a:r>
            <a:endParaRPr lang="es-ES" sz="3200" b="0" strike="noStrike" spc="-1">
              <a:latin typeface="Arial"/>
            </a:endParaRPr>
          </a:p>
          <a:p>
            <a:pPr algn="just">
              <a:lnSpc>
                <a:spcPct val="100000"/>
              </a:lnSpc>
              <a:spcBef>
                <a:spcPts val="720"/>
              </a:spcBef>
            </a:pPr>
            <a:endParaRPr lang="es-ES" sz="3200" b="0" strike="noStrike" spc="-1">
              <a:latin typeface="Arial"/>
            </a:endParaRPr>
          </a:p>
        </p:txBody>
      </p:sp>
      <p:sp>
        <p:nvSpPr>
          <p:cNvPr id="63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3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C6497FC-EE2C-4F88-A22C-1AC0EC451478}" type="slidenum">
              <a:rPr lang="es-ES" sz="1200" b="0" i="1" strike="noStrike" spc="-1">
                <a:solidFill>
                  <a:srgbClr val="91E614"/>
                </a:solidFill>
                <a:latin typeface="Century Gothic"/>
                <a:ea typeface="DejaVu Sans"/>
              </a:rPr>
              <a:t>124</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 (Autoridades de certificación)</a:t>
            </a:r>
            <a:endParaRPr lang="es-ES" sz="3100" b="0" strike="noStrike" spc="-1">
              <a:latin typeface="Arial"/>
            </a:endParaRPr>
          </a:p>
        </p:txBody>
      </p:sp>
      <p:sp>
        <p:nvSpPr>
          <p:cNvPr id="634"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En los navegadores están instalados los certificados raíz de las autoridades certificadoras (este certificado consta la clave pública de la Autoridad de Certificación y por tanto será necesario para comprobar la autenticidad de cualquier certificado emitido por ella.</a:t>
            </a:r>
            <a:endParaRPr lang="es-ES" sz="3200" b="0" strike="noStrike" spc="-1">
              <a:latin typeface="Arial"/>
            </a:endParaRPr>
          </a:p>
        </p:txBody>
      </p:sp>
      <p:sp>
        <p:nvSpPr>
          <p:cNvPr id="63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3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F1CA796-F36A-4C45-AEAF-4B302EC19F32}" type="slidenum">
              <a:rPr lang="es-ES" sz="1200" b="0" i="1" strike="noStrike" spc="-1">
                <a:solidFill>
                  <a:srgbClr val="91E614"/>
                </a:solidFill>
                <a:latin typeface="Century Gothic"/>
                <a:ea typeface="DejaVu Sans"/>
              </a:rPr>
              <a:t>125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 (Autoridades de certificación)</a:t>
            </a:r>
            <a:endParaRPr lang="es-ES" sz="3100" b="0" strike="noStrike" spc="-1">
              <a:latin typeface="Arial"/>
            </a:endParaRPr>
          </a:p>
        </p:txBody>
      </p:sp>
      <p:sp>
        <p:nvSpPr>
          <p:cNvPr id="638"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Si el certificado que nos envía una Web no está firmado por ninguna de las AC’s que tenemos guardadas en nuestro navegador, nos preguntará si queremos aceptarlo bajo nuestra responsabilidad.</a:t>
            </a:r>
            <a:endParaRPr lang="es-ES" sz="3200" b="0" strike="noStrike" spc="-1">
              <a:latin typeface="Arial"/>
            </a:endParaRPr>
          </a:p>
        </p:txBody>
      </p:sp>
      <p:sp>
        <p:nvSpPr>
          <p:cNvPr id="639"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40"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F32EA013-B6BF-4F42-82E9-06BEC91C6C0F}" type="slidenum">
              <a:rPr lang="es-ES" sz="1200" b="0" i="1" strike="noStrike" spc="-1">
                <a:solidFill>
                  <a:srgbClr val="91E614"/>
                </a:solidFill>
                <a:latin typeface="Century Gothic"/>
                <a:ea typeface="DejaVu Sans"/>
              </a:rPr>
              <a:t>126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1519200" indent="-1518120">
              <a:lnSpc>
                <a:spcPct val="100000"/>
              </a:lnSpc>
            </a:pPr>
            <a:r>
              <a:rPr lang="es-ES" sz="3100" b="1" strike="noStrike" spc="-1">
                <a:solidFill>
                  <a:srgbClr val="66FF33"/>
                </a:solidFill>
                <a:latin typeface="Century Gothic"/>
                <a:ea typeface="DejaVu Sans"/>
              </a:rPr>
              <a:t>TEMA 5. HTTPS. Certificado digital (Firmado)</a:t>
            </a:r>
            <a:endParaRPr lang="es-ES" sz="3100" b="0" strike="noStrike" spc="-1">
              <a:latin typeface="Arial"/>
            </a:endParaRPr>
          </a:p>
        </p:txBody>
      </p:sp>
      <p:sp>
        <p:nvSpPr>
          <p:cNvPr id="642" name="CustomShape 2"/>
          <p:cNvSpPr/>
          <p:nvPr/>
        </p:nvSpPr>
        <p:spPr>
          <a:xfrm>
            <a:off x="285840" y="114300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722160" indent="-721080" algn="just">
              <a:lnSpc>
                <a:spcPct val="100000"/>
              </a:lnSpc>
              <a:spcBef>
                <a:spcPts val="720"/>
              </a:spcBef>
            </a:pPr>
            <a:r>
              <a:rPr lang="es-ES" sz="3600" b="0" strike="noStrike" spc="-1">
                <a:solidFill>
                  <a:srgbClr val="000000"/>
                </a:solidFill>
                <a:latin typeface="Arial"/>
                <a:ea typeface="DejaVu Sans"/>
              </a:rPr>
              <a:t>1) </a:t>
            </a:r>
            <a:r>
              <a:rPr lang="es-ES" sz="3200" b="0" strike="noStrike" spc="-1">
                <a:solidFill>
                  <a:srgbClr val="000000"/>
                </a:solidFill>
                <a:latin typeface="Arial"/>
                <a:ea typeface="DejaVu Sans"/>
              </a:rPr>
              <a:t>La AC calcula el resumen (hash) del certificado. Se genera así la </a:t>
            </a:r>
            <a:r>
              <a:rPr lang="es-ES" sz="3200" b="1" strike="noStrike" spc="-1">
                <a:solidFill>
                  <a:srgbClr val="000000"/>
                </a:solidFill>
                <a:latin typeface="Arial"/>
                <a:ea typeface="DejaVu Sans"/>
              </a:rPr>
              <a:t>huella digital </a:t>
            </a:r>
            <a:r>
              <a:rPr lang="es-ES" sz="3200" b="0" strike="noStrike" spc="-1">
                <a:solidFill>
                  <a:srgbClr val="000000"/>
                </a:solidFill>
                <a:latin typeface="Arial"/>
                <a:ea typeface="DejaVu Sans"/>
              </a:rPr>
              <a:t>que es una cadena de 160 bits que visualiza como una cadena de 20 números en hexadecimal. </a:t>
            </a:r>
            <a:endParaRPr lang="es-ES" sz="3200" b="0" strike="noStrike" spc="-1">
              <a:latin typeface="Arial"/>
            </a:endParaRPr>
          </a:p>
          <a:p>
            <a:pPr marL="722160" indent="-721080" algn="just">
              <a:lnSpc>
                <a:spcPct val="100000"/>
              </a:lnSpc>
              <a:spcBef>
                <a:spcPts val="641"/>
              </a:spcBef>
            </a:pPr>
            <a:r>
              <a:rPr lang="es-ES" sz="3200" b="0" strike="noStrike" spc="-1">
                <a:solidFill>
                  <a:srgbClr val="000000"/>
                </a:solidFill>
                <a:latin typeface="Arial"/>
                <a:ea typeface="DejaVu Sans"/>
              </a:rPr>
              <a:t>2) A la huella digital se le aplica un algoritmo de clave asimétrica como RSA utilizando la clave privada de la AC. </a:t>
            </a:r>
            <a:endParaRPr lang="es-ES" sz="3200" b="0" strike="noStrike" spc="-1">
              <a:latin typeface="Arial"/>
            </a:endParaRPr>
          </a:p>
          <a:p>
            <a:pPr marL="722160" indent="-721080" algn="just">
              <a:lnSpc>
                <a:spcPct val="100000"/>
              </a:lnSpc>
              <a:spcBef>
                <a:spcPts val="641"/>
              </a:spcBef>
            </a:pPr>
            <a:r>
              <a:rPr lang="es-ES" sz="3200" b="0" strike="noStrike" spc="-1">
                <a:solidFill>
                  <a:srgbClr val="000000"/>
                </a:solidFill>
                <a:latin typeface="Arial"/>
                <a:ea typeface="DejaVu Sans"/>
              </a:rPr>
              <a:t>3) El resultado es lo que se conoce como firma digital del documento.</a:t>
            </a:r>
            <a:endParaRPr lang="es-ES" sz="3200" b="0" strike="noStrike" spc="-1">
              <a:latin typeface="Arial"/>
            </a:endParaRPr>
          </a:p>
        </p:txBody>
      </p:sp>
      <p:sp>
        <p:nvSpPr>
          <p:cNvPr id="64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4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1048003-8857-4943-9470-A7FCFFD83297}" type="slidenum">
              <a:rPr lang="es-ES" sz="1200" b="0" i="1" strike="noStrike" spc="-1">
                <a:solidFill>
                  <a:srgbClr val="91E614"/>
                </a:solidFill>
                <a:latin typeface="Century Gothic"/>
                <a:ea typeface="DejaVu Sans"/>
              </a:rPr>
              <a:t>127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141720" indent="-3140640">
              <a:lnSpc>
                <a:spcPct val="100000"/>
              </a:lnSpc>
            </a:pPr>
            <a:r>
              <a:rPr lang="es-ES" sz="3100" b="1" strike="noStrike" spc="-1">
                <a:solidFill>
                  <a:srgbClr val="66FF33"/>
                </a:solidFill>
                <a:latin typeface="Century Gothic"/>
                <a:ea typeface="DejaVu Sans"/>
              </a:rPr>
              <a:t>TEMA 5. HTTPS. Certificado digital (Firmado)</a:t>
            </a:r>
            <a:endParaRPr lang="es-ES" sz="3100" b="0" strike="noStrike" spc="-1">
              <a:latin typeface="Arial"/>
            </a:endParaRPr>
          </a:p>
        </p:txBody>
      </p:sp>
      <p:sp>
        <p:nvSpPr>
          <p:cNvPr id="646"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0" strike="noStrike" spc="-1">
                <a:solidFill>
                  <a:srgbClr val="FF6600"/>
                </a:solidFill>
                <a:latin typeface="Arial"/>
                <a:ea typeface="DejaVu Sans"/>
              </a:rPr>
              <a:t> </a:t>
            </a:r>
            <a:endParaRPr lang="es-ES" sz="2800" b="0" strike="noStrike" spc="-1">
              <a:latin typeface="Arial"/>
            </a:endParaRPr>
          </a:p>
          <a:p>
            <a:pPr algn="just">
              <a:lnSpc>
                <a:spcPct val="100000"/>
              </a:lnSpc>
              <a:spcBef>
                <a:spcPts val="479"/>
              </a:spcBef>
            </a:pP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a:p>
            <a:pPr marL="457200" indent="-456120">
              <a:lnSpc>
                <a:spcPct val="100000"/>
              </a:lnSpc>
              <a:spcBef>
                <a:spcPts val="479"/>
              </a:spcBef>
            </a:pPr>
            <a:endParaRPr lang="es-ES" sz="2800" b="0" strike="noStrike" spc="-1">
              <a:latin typeface="Arial"/>
            </a:endParaRPr>
          </a:p>
          <a:p>
            <a:pPr>
              <a:lnSpc>
                <a:spcPct val="100000"/>
              </a:lnSpc>
              <a:spcBef>
                <a:spcPts val="479"/>
              </a:spcBef>
            </a:pP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p:txBody>
      </p:sp>
      <p:sp>
        <p:nvSpPr>
          <p:cNvPr id="64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4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DF9964B-24AC-4510-8962-4853D4AE2E44}" type="slidenum">
              <a:rPr lang="es-ES" sz="1200" b="0" i="1" strike="noStrike" spc="-1">
                <a:solidFill>
                  <a:srgbClr val="91E614"/>
                </a:solidFill>
                <a:latin typeface="Century Gothic"/>
                <a:ea typeface="DejaVu Sans"/>
              </a:rPr>
              <a:t>128</a:t>
            </a:fld>
            <a:endParaRPr lang="es-ES" sz="1200" b="0" strike="noStrike" spc="-1">
              <a:latin typeface="Arial"/>
            </a:endParaRPr>
          </a:p>
        </p:txBody>
      </p:sp>
      <p:pic>
        <p:nvPicPr>
          <p:cNvPr id="649" name="Picture 2"/>
          <p:cNvPicPr/>
          <p:nvPr/>
        </p:nvPicPr>
        <p:blipFill>
          <a:blip r:embed="rId3"/>
          <a:stretch/>
        </p:blipFill>
        <p:spPr>
          <a:xfrm>
            <a:off x="395280" y="1197000"/>
            <a:ext cx="8101440" cy="387576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2900" b="1" strike="noStrike" spc="-1">
                <a:solidFill>
                  <a:srgbClr val="66FF33"/>
                </a:solidFill>
                <a:latin typeface="Century Gothic"/>
                <a:ea typeface="DejaVu Sans"/>
              </a:rPr>
              <a:t>TEMA 5. HTTPS. Certificado digital (Verificación)</a:t>
            </a:r>
            <a:endParaRPr lang="es-ES" sz="2900" b="0" strike="noStrike" spc="-1">
              <a:latin typeface="Arial"/>
            </a:endParaRPr>
          </a:p>
        </p:txBody>
      </p:sp>
      <p:sp>
        <p:nvSpPr>
          <p:cNvPr id="651"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561"/>
              </a:spcBef>
            </a:pPr>
            <a:r>
              <a:rPr lang="es-ES" sz="2400" b="0" strike="noStrike" spc="-1">
                <a:solidFill>
                  <a:srgbClr val="000000"/>
                </a:solidFill>
                <a:latin typeface="Arial"/>
                <a:ea typeface="DejaVu Sans"/>
              </a:rPr>
              <a:t>1) </a:t>
            </a:r>
            <a:r>
              <a:rPr lang="es-ES" sz="2800" b="0" strike="noStrike" spc="-1">
                <a:solidFill>
                  <a:srgbClr val="000000"/>
                </a:solidFill>
                <a:latin typeface="Arial"/>
                <a:ea typeface="DejaVu Sans"/>
              </a:rPr>
              <a:t>El cliente por su parte, partiendo de la información del certificado, vuelve a generar con SHA (como ya hizo la AC) la huella digital .</a:t>
            </a:r>
            <a:endParaRPr lang="es-ES" sz="28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2) Utilizando la clave pública de la AC (esta clave se almacena en el navegador) y un algoritmo como RSA sobre la firma cifrada del certificado genera también la huella digital del certificado. </a:t>
            </a:r>
            <a:endParaRPr lang="es-ES" sz="2800" b="0" strike="noStrike" spc="-1">
              <a:latin typeface="Arial"/>
            </a:endParaRPr>
          </a:p>
          <a:p>
            <a:pPr marL="343080" indent="-342000" algn="just">
              <a:lnSpc>
                <a:spcPct val="100000"/>
              </a:lnSpc>
              <a:spcBef>
                <a:spcPts val="561"/>
              </a:spcBef>
            </a:pPr>
            <a:r>
              <a:rPr lang="es-ES" sz="2800" b="0" strike="noStrike" spc="-1">
                <a:solidFill>
                  <a:srgbClr val="000000"/>
                </a:solidFill>
                <a:latin typeface="Arial"/>
                <a:ea typeface="DejaVu Sans"/>
              </a:rPr>
              <a:t>◦3) Se comparan ambas huellas digitales obtenidas  y si coinciden la firma es válida y por tanto el certificado.</a:t>
            </a:r>
            <a:endParaRPr lang="es-ES" sz="2800" b="0" strike="noStrike" spc="-1">
              <a:latin typeface="Arial"/>
            </a:endParaRPr>
          </a:p>
          <a:p>
            <a:pPr>
              <a:lnSpc>
                <a:spcPct val="100000"/>
              </a:lnSpc>
              <a:spcBef>
                <a:spcPts val="479"/>
              </a:spcBef>
            </a:pP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p:txBody>
      </p:sp>
      <p:sp>
        <p:nvSpPr>
          <p:cNvPr id="65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5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39A0A199-6FBB-4802-A3C1-68EA5FC2F224}" type="slidenum">
              <a:rPr lang="es-ES" sz="1200" b="0" i="1" strike="noStrike" spc="-1">
                <a:solidFill>
                  <a:srgbClr val="91E614"/>
                </a:solidFill>
                <a:latin typeface="Century Gothic"/>
                <a:ea typeface="DejaVu Sans"/>
              </a:rPr>
              <a:t>129</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2900" b="1" strike="noStrike" spc="-1">
                <a:solidFill>
                  <a:srgbClr val="66FF33"/>
                </a:solidFill>
                <a:latin typeface="Century Gothic"/>
                <a:ea typeface="DejaVu Sans"/>
              </a:rPr>
              <a:t>TEMA 5. HTTPS. Certificado digital (Verificación)</a:t>
            </a:r>
            <a:endParaRPr lang="es-ES" sz="2900" b="0" strike="noStrike" spc="-1">
              <a:latin typeface="Arial"/>
            </a:endParaRPr>
          </a:p>
        </p:txBody>
      </p:sp>
      <p:sp>
        <p:nvSpPr>
          <p:cNvPr id="655"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561"/>
              </a:spcBef>
            </a:pPr>
            <a:r>
              <a:rPr lang="es-ES" sz="2800" b="1" strike="noStrike" spc="-1">
                <a:solidFill>
                  <a:srgbClr val="000000"/>
                </a:solidFill>
                <a:latin typeface="Arial"/>
                <a:ea typeface="DejaVu Sans"/>
              </a:rPr>
              <a:t>El cliente verifica la autenticidad el certificado</a:t>
            </a:r>
            <a:endParaRPr lang="es-ES" sz="2800" b="0" strike="noStrike" spc="-1">
              <a:latin typeface="Arial"/>
            </a:endParaRPr>
          </a:p>
          <a:p>
            <a:pPr marL="457200" indent="-456120">
              <a:lnSpc>
                <a:spcPct val="100000"/>
              </a:lnSpc>
              <a:spcBef>
                <a:spcPts val="479"/>
              </a:spcBef>
            </a:pPr>
            <a:endParaRPr lang="es-ES" sz="2800" b="0" strike="noStrike" spc="-1">
              <a:latin typeface="Arial"/>
            </a:endParaRPr>
          </a:p>
          <a:p>
            <a:pPr>
              <a:lnSpc>
                <a:spcPct val="100000"/>
              </a:lnSpc>
              <a:spcBef>
                <a:spcPts val="479"/>
              </a:spcBef>
            </a:pP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p:txBody>
      </p:sp>
      <p:sp>
        <p:nvSpPr>
          <p:cNvPr id="65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5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AE409F2-26D4-4573-AF18-A464DF0163BA}" type="slidenum">
              <a:rPr lang="es-ES" sz="1200" b="0" i="1" strike="noStrike" spc="-1">
                <a:solidFill>
                  <a:srgbClr val="91E614"/>
                </a:solidFill>
                <a:latin typeface="Century Gothic"/>
                <a:ea typeface="DejaVu Sans"/>
              </a:rPr>
              <a:t>130</a:t>
            </a:fld>
            <a:endParaRPr lang="es-ES" sz="1200" b="0" strike="noStrike" spc="-1">
              <a:latin typeface="Arial"/>
            </a:endParaRPr>
          </a:p>
        </p:txBody>
      </p:sp>
      <p:pic>
        <p:nvPicPr>
          <p:cNvPr id="658" name="Picture 6"/>
          <p:cNvPicPr/>
          <p:nvPr/>
        </p:nvPicPr>
        <p:blipFill>
          <a:blip r:embed="rId3"/>
          <a:stretch/>
        </p:blipFill>
        <p:spPr>
          <a:xfrm>
            <a:off x="1619280" y="1628640"/>
            <a:ext cx="7345800" cy="483300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600" b="1" strike="noStrike" spc="-1">
                <a:solidFill>
                  <a:srgbClr val="66FF33"/>
                </a:solidFill>
                <a:latin typeface="Century Gothic"/>
                <a:ea typeface="DejaVu Sans"/>
              </a:rPr>
              <a:t>TEMA 5. HTTPS. Webs seguras</a:t>
            </a:r>
            <a:endParaRPr lang="es-ES" sz="3600" b="0" strike="noStrike" spc="-1">
              <a:latin typeface="Arial"/>
            </a:endParaRPr>
          </a:p>
        </p:txBody>
      </p:sp>
      <p:sp>
        <p:nvSpPr>
          <p:cNvPr id="660"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641"/>
              </a:spcBef>
            </a:pPr>
            <a:r>
              <a:rPr lang="es-ES" sz="3200" b="0" strike="noStrike" spc="-1">
                <a:solidFill>
                  <a:srgbClr val="000000"/>
                </a:solidFill>
                <a:latin typeface="Arial"/>
                <a:ea typeface="DejaVu Sans"/>
              </a:rPr>
              <a:t>Cuando la conexión que hemos establecido con una Web es segura, el navegador lo indica, normalmente, con un candado cerrado. Pulsando sobre dicho icono tendremos acceso a todos los datos del certificado y podremos ver quién es el propietario y cuál es la Autoridad Certificadora del mismo. También podremos ver datos como la fecha de caducidad, el algoritmo de cifrado, la clave pública, etc.</a:t>
            </a:r>
            <a:endParaRPr lang="es-ES" sz="3200" b="0" strike="noStrike" spc="-1">
              <a:latin typeface="Arial"/>
            </a:endParaRPr>
          </a:p>
          <a:p>
            <a:pPr marL="457200" indent="-456120">
              <a:lnSpc>
                <a:spcPct val="100000"/>
              </a:lnSpc>
              <a:spcBef>
                <a:spcPts val="479"/>
              </a:spcBef>
            </a:pPr>
            <a:endParaRPr lang="es-ES" sz="3200" b="0" strike="noStrike" spc="-1">
              <a:latin typeface="Arial"/>
            </a:endParaRPr>
          </a:p>
          <a:p>
            <a:pPr>
              <a:lnSpc>
                <a:spcPct val="100000"/>
              </a:lnSpc>
              <a:spcBef>
                <a:spcPts val="479"/>
              </a:spcBef>
            </a:pPr>
            <a:endParaRPr lang="es-ES" sz="3200" b="0" strike="noStrike" spc="-1">
              <a:latin typeface="Arial"/>
            </a:endParaRPr>
          </a:p>
          <a:p>
            <a:pPr marL="343080" indent="-342000" algn="just">
              <a:lnSpc>
                <a:spcPct val="100000"/>
              </a:lnSpc>
              <a:spcBef>
                <a:spcPts val="479"/>
              </a:spcBef>
            </a:pPr>
            <a:endParaRPr lang="es-ES" sz="3200" b="0" strike="noStrike" spc="-1">
              <a:latin typeface="Arial"/>
            </a:endParaRPr>
          </a:p>
        </p:txBody>
      </p:sp>
      <p:sp>
        <p:nvSpPr>
          <p:cNvPr id="66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6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156088F-419F-4179-8956-D335FEEC9EE1}" type="slidenum">
              <a:rPr lang="es-ES" sz="1200" b="0" i="1" strike="noStrike" spc="-1">
                <a:solidFill>
                  <a:srgbClr val="91E614"/>
                </a:solidFill>
                <a:latin typeface="Century Gothic"/>
                <a:ea typeface="DejaVu Sans"/>
              </a:rPr>
              <a:t>131</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200" b="1" strike="noStrike" spc="-1">
                <a:solidFill>
                  <a:srgbClr val="66FF33"/>
                </a:solidFill>
                <a:latin typeface="Century Gothic"/>
                <a:ea typeface="DejaVu Sans"/>
              </a:rPr>
              <a:t>TEMA 5. HTTPS. Webs seguras</a:t>
            </a:r>
            <a:endParaRPr lang="es-ES" sz="3200" b="0" strike="noStrike" spc="-1">
              <a:latin typeface="Arial"/>
            </a:endParaRPr>
          </a:p>
        </p:txBody>
      </p:sp>
      <p:sp>
        <p:nvSpPr>
          <p:cNvPr id="664"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pPr>
            <a:endParaRPr lang="es-ES" sz="1800" b="0" strike="noStrike" spc="-1">
              <a:latin typeface="Arial"/>
            </a:endParaRPr>
          </a:p>
          <a:p>
            <a:pPr>
              <a:lnSpc>
                <a:spcPct val="100000"/>
              </a:lnSpc>
              <a:spcBef>
                <a:spcPts val="479"/>
              </a:spcBef>
            </a:pPr>
            <a:endParaRPr lang="es-ES" sz="1800" b="0" strike="noStrike" spc="-1">
              <a:latin typeface="Arial"/>
            </a:endParaRPr>
          </a:p>
          <a:p>
            <a:pPr marL="343080" indent="-342000" algn="just">
              <a:lnSpc>
                <a:spcPct val="100000"/>
              </a:lnSpc>
              <a:spcBef>
                <a:spcPts val="479"/>
              </a:spcBef>
            </a:pPr>
            <a:endParaRPr lang="es-ES" sz="1800" b="0" strike="noStrike" spc="-1">
              <a:latin typeface="Arial"/>
            </a:endParaRPr>
          </a:p>
        </p:txBody>
      </p:sp>
      <p:sp>
        <p:nvSpPr>
          <p:cNvPr id="665"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66"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2B253EC8-4B11-4B6A-B57D-DA58E58EA46D}" type="slidenum">
              <a:rPr lang="es-ES" sz="1200" b="0" i="1" strike="noStrike" spc="-1">
                <a:solidFill>
                  <a:srgbClr val="91E614"/>
                </a:solidFill>
                <a:latin typeface="Century Gothic"/>
                <a:ea typeface="DejaVu Sans"/>
              </a:rPr>
              <a:t>132</a:t>
            </a:fld>
            <a:endParaRPr lang="es-ES" sz="1200" b="0" strike="noStrike" spc="-1">
              <a:latin typeface="Arial"/>
            </a:endParaRPr>
          </a:p>
        </p:txBody>
      </p:sp>
      <p:pic>
        <p:nvPicPr>
          <p:cNvPr id="667" name="5 Imagen"/>
          <p:cNvPicPr/>
          <p:nvPr/>
        </p:nvPicPr>
        <p:blipFill>
          <a:blip r:embed="rId3"/>
          <a:stretch/>
        </p:blipFill>
        <p:spPr>
          <a:xfrm>
            <a:off x="0" y="1285920"/>
            <a:ext cx="9147600" cy="48391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200" b="1" strike="noStrike" spc="-1">
                <a:solidFill>
                  <a:srgbClr val="66FF33"/>
                </a:solidFill>
                <a:latin typeface="Century Gothic"/>
                <a:ea typeface="DejaVu Sans"/>
              </a:rPr>
              <a:t>TEMA 5. HTTPS. Webs seguras</a:t>
            </a:r>
            <a:endParaRPr lang="es-ES" sz="3200" b="0" strike="noStrike" spc="-1">
              <a:latin typeface="Arial"/>
            </a:endParaRPr>
          </a:p>
        </p:txBody>
      </p:sp>
      <p:sp>
        <p:nvSpPr>
          <p:cNvPr id="669"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nSpc>
                <a:spcPct val="100000"/>
              </a:lnSpc>
              <a:spcBef>
                <a:spcPts val="479"/>
              </a:spcBef>
            </a:pPr>
            <a:endParaRPr lang="es-ES" sz="1800" b="0" strike="noStrike" spc="-1">
              <a:latin typeface="Arial"/>
            </a:endParaRPr>
          </a:p>
          <a:p>
            <a:pPr>
              <a:lnSpc>
                <a:spcPct val="100000"/>
              </a:lnSpc>
              <a:spcBef>
                <a:spcPts val="479"/>
              </a:spcBef>
            </a:pPr>
            <a:endParaRPr lang="es-ES" sz="1800" b="0" strike="noStrike" spc="-1">
              <a:latin typeface="Arial"/>
            </a:endParaRPr>
          </a:p>
          <a:p>
            <a:pPr marL="343080" indent="-342000" algn="just">
              <a:lnSpc>
                <a:spcPct val="100000"/>
              </a:lnSpc>
              <a:spcBef>
                <a:spcPts val="479"/>
              </a:spcBef>
            </a:pPr>
            <a:endParaRPr lang="es-ES" sz="1800" b="0" strike="noStrike" spc="-1">
              <a:latin typeface="Arial"/>
            </a:endParaRPr>
          </a:p>
        </p:txBody>
      </p:sp>
      <p:sp>
        <p:nvSpPr>
          <p:cNvPr id="67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7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57651BC-37A2-43C0-A6F0-3337CA7D30EF}" type="slidenum">
              <a:rPr lang="es-ES" sz="1200" b="0" i="1" strike="noStrike" spc="-1">
                <a:solidFill>
                  <a:srgbClr val="91E614"/>
                </a:solidFill>
                <a:latin typeface="Century Gothic"/>
                <a:ea typeface="DejaVu Sans"/>
              </a:rPr>
              <a:t>133</a:t>
            </a:fld>
            <a:endParaRPr lang="es-ES" sz="1200" b="0" strike="noStrike" spc="-1">
              <a:latin typeface="Arial"/>
            </a:endParaRPr>
          </a:p>
        </p:txBody>
      </p:sp>
      <p:pic>
        <p:nvPicPr>
          <p:cNvPr id="672" name="8 Imagen"/>
          <p:cNvPicPr/>
          <p:nvPr/>
        </p:nvPicPr>
        <p:blipFill>
          <a:blip r:embed="rId3"/>
          <a:stretch/>
        </p:blipFill>
        <p:spPr>
          <a:xfrm>
            <a:off x="214200" y="1500120"/>
            <a:ext cx="3570840" cy="4827960"/>
          </a:xfrm>
          <a:prstGeom prst="rect">
            <a:avLst/>
          </a:prstGeom>
          <a:ln>
            <a:noFill/>
          </a:ln>
        </p:spPr>
      </p:pic>
      <p:pic>
        <p:nvPicPr>
          <p:cNvPr id="673" name="9 Imagen"/>
          <p:cNvPicPr/>
          <p:nvPr/>
        </p:nvPicPr>
        <p:blipFill>
          <a:blip r:embed="rId4"/>
          <a:stretch/>
        </p:blipFill>
        <p:spPr>
          <a:xfrm>
            <a:off x="4714920" y="1500120"/>
            <a:ext cx="4428000" cy="4999680"/>
          </a:xfrm>
          <a:prstGeom prst="rect">
            <a:avLst/>
          </a:prstGeom>
          <a:ln>
            <a:noFill/>
          </a:ln>
        </p:spPr>
      </p:pic>
      <p:sp>
        <p:nvSpPr>
          <p:cNvPr id="674" name="CustomShape 5"/>
          <p:cNvSpPr/>
          <p:nvPr/>
        </p:nvSpPr>
        <p:spPr>
          <a:xfrm rot="10800000">
            <a:off x="2287080" y="2644200"/>
            <a:ext cx="2570760" cy="284760"/>
          </a:xfrm>
          <a:custGeom>
            <a:avLst/>
            <a:gdLst/>
            <a:ahLst/>
            <a:cxnLst/>
            <a:rect l="l" t="t" r="r" b="b"/>
            <a:pathLst>
              <a:path w="21600" h="21600">
                <a:moveTo>
                  <a:pt x="0" y="0"/>
                </a:moveTo>
                <a:lnTo>
                  <a:pt x="21600" y="21600"/>
                </a:lnTo>
              </a:path>
            </a:pathLst>
          </a:custGeom>
          <a:noFill/>
          <a:ln w="9360">
            <a:solidFill>
              <a:schemeClr val="tx1"/>
            </a:solidFill>
            <a:round/>
            <a:tailEnd type="triangle" w="med" len="med"/>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200" b="1" strike="noStrike" spc="-1">
                <a:solidFill>
                  <a:srgbClr val="66FF33"/>
                </a:solidFill>
                <a:latin typeface="Century Gothic"/>
                <a:ea typeface="DejaVu Sans"/>
              </a:rPr>
              <a:t>TEMA 5. HTTPS. Webs seguras</a:t>
            </a:r>
            <a:endParaRPr lang="es-ES" sz="3200" b="0" strike="noStrike" spc="-1">
              <a:latin typeface="Arial"/>
            </a:endParaRPr>
          </a:p>
        </p:txBody>
      </p:sp>
      <p:sp>
        <p:nvSpPr>
          <p:cNvPr id="676"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1" strike="noStrike" spc="-1">
                <a:solidFill>
                  <a:srgbClr val="000000"/>
                </a:solidFill>
                <a:latin typeface="Arial"/>
                <a:ea typeface="DejaVu Sans"/>
              </a:rPr>
              <a:t>Ejemplo de Web segura con certificado de una CA desconocida</a:t>
            </a:r>
            <a:endParaRPr lang="es-ES" sz="2400" b="0" strike="noStrike" spc="-1">
              <a:latin typeface="Arial"/>
            </a:endParaRPr>
          </a:p>
          <a:p>
            <a:pPr marL="457200" indent="-456120">
              <a:lnSpc>
                <a:spcPct val="100000"/>
              </a:lnSpc>
              <a:spcBef>
                <a:spcPts val="479"/>
              </a:spcBef>
            </a:pPr>
            <a:endParaRPr lang="es-ES" sz="2400" b="0" strike="noStrike" spc="-1">
              <a:latin typeface="Arial"/>
            </a:endParaRPr>
          </a:p>
          <a:p>
            <a:pPr>
              <a:lnSpc>
                <a:spcPct val="100000"/>
              </a:lnSpc>
              <a:spcBef>
                <a:spcPts val="479"/>
              </a:spcBef>
            </a:pPr>
            <a:endParaRPr lang="es-ES" sz="2400" b="0" strike="noStrike" spc="-1">
              <a:latin typeface="Arial"/>
            </a:endParaRPr>
          </a:p>
          <a:p>
            <a:pPr marL="343080" indent="-342000" algn="just">
              <a:lnSpc>
                <a:spcPct val="100000"/>
              </a:lnSpc>
              <a:spcBef>
                <a:spcPts val="479"/>
              </a:spcBef>
            </a:pPr>
            <a:endParaRPr lang="es-ES" sz="2400" b="0" strike="noStrike" spc="-1">
              <a:latin typeface="Arial"/>
            </a:endParaRPr>
          </a:p>
        </p:txBody>
      </p:sp>
      <p:sp>
        <p:nvSpPr>
          <p:cNvPr id="67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7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D211F511-6E26-4FBB-ACC0-036B9CCE2F38}" type="slidenum">
              <a:rPr lang="es-ES" sz="1200" b="0" i="1" strike="noStrike" spc="-1">
                <a:solidFill>
                  <a:srgbClr val="91E614"/>
                </a:solidFill>
                <a:latin typeface="Century Gothic"/>
                <a:ea typeface="DejaVu Sans"/>
              </a:rPr>
              <a:t>134</a:t>
            </a:fld>
            <a:endParaRPr lang="es-ES" sz="1200" b="0" strike="noStrike" spc="-1">
              <a:latin typeface="Arial"/>
            </a:endParaRPr>
          </a:p>
        </p:txBody>
      </p:sp>
      <p:pic>
        <p:nvPicPr>
          <p:cNvPr id="679" name="10 Imagen"/>
          <p:cNvPicPr/>
          <p:nvPr/>
        </p:nvPicPr>
        <p:blipFill>
          <a:blip r:embed="rId3"/>
          <a:stretch/>
        </p:blipFill>
        <p:spPr>
          <a:xfrm>
            <a:off x="214200" y="1857240"/>
            <a:ext cx="6826680" cy="49327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HTTPS. Webs seguras</a:t>
            </a:r>
            <a:endParaRPr lang="es-ES" sz="3400" b="0" strike="noStrike" spc="-1">
              <a:latin typeface="Arial"/>
            </a:endParaRPr>
          </a:p>
        </p:txBody>
      </p:sp>
      <p:sp>
        <p:nvSpPr>
          <p:cNvPr id="681"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Una página web segura o un sitio web seguro es un sitio web que utiliza el protocolo </a:t>
            </a:r>
            <a:r>
              <a:rPr lang="es-ES" sz="3000" b="1" i="1" strike="noStrike" spc="-1">
                <a:solidFill>
                  <a:srgbClr val="000000"/>
                </a:solidFill>
                <a:latin typeface="Arial"/>
                <a:ea typeface="DejaVu Sans"/>
              </a:rPr>
              <a:t>HTTPS</a:t>
            </a:r>
            <a:r>
              <a:rPr lang="es-ES" sz="3000" b="0" strike="noStrike" spc="-1">
                <a:solidFill>
                  <a:srgbClr val="000000"/>
                </a:solidFill>
                <a:latin typeface="Arial"/>
                <a:ea typeface="DejaVu Sans"/>
              </a:rPr>
              <a:t> en lugar de utilizar el protocolo </a:t>
            </a:r>
            <a:r>
              <a:rPr lang="es-ES" sz="3000" b="0" i="1" strike="noStrike" spc="-1">
                <a:solidFill>
                  <a:srgbClr val="000000"/>
                </a:solidFill>
                <a:latin typeface="Arial"/>
                <a:ea typeface="DejaVu Sans"/>
              </a:rPr>
              <a:t>HTTP</a:t>
            </a:r>
            <a:r>
              <a:rPr lang="es-ES" sz="3000" b="0" strike="noStrike" spc="-1">
                <a:solidFill>
                  <a:srgbClr val="000000"/>
                </a:solidFill>
                <a:latin typeface="Arial"/>
                <a:ea typeface="DejaVu Sans"/>
              </a:rPr>
              <a:t>.</a:t>
            </a:r>
            <a:endParaRPr lang="es-ES" sz="3000" b="0" strike="noStrike" spc="-1">
              <a:latin typeface="Arial"/>
            </a:endParaRPr>
          </a:p>
          <a:p>
            <a:pPr marL="343080" indent="-342000" algn="just">
              <a:lnSpc>
                <a:spcPct val="100000"/>
              </a:lnSpc>
              <a:spcBef>
                <a:spcPts val="601"/>
              </a:spcBef>
              <a:buClr>
                <a:srgbClr val="000000"/>
              </a:buClr>
              <a:buFont typeface="Symbol"/>
              <a:buChar char=""/>
            </a:pPr>
            <a:r>
              <a:rPr lang="es-ES" sz="3000" b="1" i="1" strike="noStrike" spc="-1">
                <a:solidFill>
                  <a:srgbClr val="000000"/>
                </a:solidFill>
                <a:latin typeface="Arial"/>
                <a:ea typeface="DejaVu Sans"/>
              </a:rPr>
              <a:t>HTTPS </a:t>
            </a:r>
            <a:r>
              <a:rPr lang="es-ES" sz="3000" b="0" strike="noStrike" spc="-1">
                <a:solidFill>
                  <a:srgbClr val="000000"/>
                </a:solidFill>
                <a:latin typeface="Arial"/>
                <a:ea typeface="DejaVu Sans"/>
              </a:rPr>
              <a:t> es una implementación sobre el protocolo </a:t>
            </a:r>
            <a:r>
              <a:rPr lang="es-ES" sz="3000" b="0" i="1" strike="noStrike" spc="-1">
                <a:solidFill>
                  <a:srgbClr val="000000"/>
                </a:solidFill>
                <a:latin typeface="Arial"/>
                <a:ea typeface="DejaVu Sans"/>
              </a:rPr>
              <a:t>Secure Socket Layers</a:t>
            </a:r>
            <a:r>
              <a:rPr lang="es-ES" sz="3000" b="0" strike="noStrike" spc="-1">
                <a:solidFill>
                  <a:srgbClr val="000000"/>
                </a:solidFill>
                <a:latin typeface="Arial"/>
                <a:ea typeface="DejaVu Sans"/>
              </a:rPr>
              <a:t> (SSL, Capa de Conexiones Seguras), recientemente sustituido por Transport Layer Security (TLS) basado en SSL. </a:t>
            </a:r>
            <a:endParaRPr lang="es-ES" sz="3000" b="0" strike="noStrike" spc="-1">
              <a:latin typeface="Arial"/>
            </a:endParaRPr>
          </a:p>
          <a:p>
            <a:pPr marL="343080" indent="-342000" algn="just">
              <a:lnSpc>
                <a:spcPct val="100000"/>
              </a:lnSpc>
              <a:spcBef>
                <a:spcPts val="601"/>
              </a:spcBef>
              <a:buClr>
                <a:srgbClr val="000000"/>
              </a:buClr>
              <a:buFont typeface="Symbol"/>
              <a:buChar char=""/>
            </a:pPr>
            <a:r>
              <a:rPr lang="es-ES" sz="3000" b="0" strike="noStrike" spc="-1">
                <a:solidFill>
                  <a:srgbClr val="000000"/>
                </a:solidFill>
                <a:latin typeface="Arial"/>
                <a:ea typeface="DejaVu Sans"/>
              </a:rPr>
              <a:t>De manera predeterminada se usará el puerto </a:t>
            </a:r>
            <a:r>
              <a:rPr lang="es-ES" sz="3000" b="1" strike="noStrike" spc="-1">
                <a:solidFill>
                  <a:srgbClr val="000000"/>
                </a:solidFill>
                <a:latin typeface="Arial"/>
                <a:ea typeface="DejaVu Sans"/>
              </a:rPr>
              <a:t>443</a:t>
            </a:r>
            <a:r>
              <a:rPr lang="es-ES" sz="3000" b="0" strike="noStrike" spc="-1">
                <a:solidFill>
                  <a:srgbClr val="000000"/>
                </a:solidFill>
                <a:latin typeface="Arial"/>
                <a:ea typeface="DejaVu Sans"/>
              </a:rPr>
              <a:t> para las conexiones.</a:t>
            </a:r>
            <a:endParaRPr lang="es-ES" sz="3000" b="0" strike="noStrike" spc="-1">
              <a:latin typeface="Arial"/>
            </a:endParaRPr>
          </a:p>
          <a:p>
            <a:pPr algn="just">
              <a:lnSpc>
                <a:spcPct val="100000"/>
              </a:lnSpc>
              <a:spcBef>
                <a:spcPts val="641"/>
              </a:spcBef>
            </a:pPr>
            <a:endParaRPr lang="es-ES" sz="3000" b="0" strike="noStrike" spc="-1">
              <a:latin typeface="Arial"/>
            </a:endParaRPr>
          </a:p>
          <a:p>
            <a:pPr marL="343080" indent="-342000" algn="just">
              <a:lnSpc>
                <a:spcPct val="100000"/>
              </a:lnSpc>
              <a:spcBef>
                <a:spcPts val="479"/>
              </a:spcBef>
            </a:pPr>
            <a:endParaRPr lang="es-ES" sz="3000" b="0" strike="noStrike" spc="-1">
              <a:latin typeface="Arial"/>
            </a:endParaRPr>
          </a:p>
          <a:p>
            <a:pPr marL="457200" indent="-456120">
              <a:lnSpc>
                <a:spcPct val="100000"/>
              </a:lnSpc>
              <a:spcBef>
                <a:spcPts val="479"/>
              </a:spcBef>
            </a:pPr>
            <a:endParaRPr lang="es-ES" sz="3000" b="0" strike="noStrike" spc="-1">
              <a:latin typeface="Arial"/>
            </a:endParaRPr>
          </a:p>
          <a:p>
            <a:pPr>
              <a:lnSpc>
                <a:spcPct val="100000"/>
              </a:lnSpc>
              <a:spcBef>
                <a:spcPts val="479"/>
              </a:spcBef>
            </a:pPr>
            <a:endParaRPr lang="es-ES" sz="3000" b="0" strike="noStrike" spc="-1">
              <a:latin typeface="Arial"/>
            </a:endParaRPr>
          </a:p>
          <a:p>
            <a:pPr marL="343080" indent="-342000" algn="just">
              <a:lnSpc>
                <a:spcPct val="100000"/>
              </a:lnSpc>
              <a:spcBef>
                <a:spcPts val="479"/>
              </a:spcBef>
            </a:pPr>
            <a:endParaRPr lang="es-ES" sz="3000" b="0" strike="noStrike" spc="-1">
              <a:latin typeface="Arial"/>
            </a:endParaRPr>
          </a:p>
        </p:txBody>
      </p:sp>
      <p:sp>
        <p:nvSpPr>
          <p:cNvPr id="68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8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773C0F0-9803-4CEE-9E8A-3C710B6AE6F4}" type="slidenum">
              <a:rPr lang="es-ES" sz="1200" b="0" i="1" strike="noStrike" spc="-1">
                <a:solidFill>
                  <a:srgbClr val="91E614"/>
                </a:solidFill>
                <a:latin typeface="Century Gothic"/>
                <a:ea typeface="DejaVu Sans"/>
              </a:rPr>
              <a:t>135</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HTTPS. SSL/TLS</a:t>
            </a:r>
            <a:endParaRPr lang="es-ES" sz="3400" b="0" strike="noStrike" spc="-1">
              <a:latin typeface="Arial"/>
            </a:endParaRPr>
          </a:p>
        </p:txBody>
      </p:sp>
      <p:sp>
        <p:nvSpPr>
          <p:cNvPr id="685" name="CustomShape 2"/>
          <p:cNvSpPr/>
          <p:nvPr/>
        </p:nvSpPr>
        <p:spPr>
          <a:xfrm>
            <a:off x="285840" y="107172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El protocolo criptográfico SSL/TLS proporciona confidencialidad, autenticidad, integridad en una comunicación cliente/servidor.</a:t>
            </a:r>
            <a:endParaRPr lang="es-ES" sz="3200" b="0" strike="noStrike" spc="-1">
              <a:latin typeface="Arial"/>
            </a:endParaRPr>
          </a:p>
          <a:p>
            <a:pPr marL="343080" indent="-342000">
              <a:lnSpc>
                <a:spcPct val="100000"/>
              </a:lnSpc>
              <a:spcBef>
                <a:spcPts val="641"/>
              </a:spcBef>
              <a:buClr>
                <a:srgbClr val="000000"/>
              </a:buClr>
              <a:buFont typeface="Symbol"/>
              <a:buChar char=""/>
            </a:pPr>
            <a:r>
              <a:rPr lang="es-ES" sz="3200" b="0" strike="noStrike" spc="-1">
                <a:solidFill>
                  <a:srgbClr val="000000"/>
                </a:solidFill>
                <a:latin typeface="Arial"/>
                <a:ea typeface="DejaVu Sans"/>
              </a:rPr>
              <a:t>Se basa en el uso de:</a:t>
            </a:r>
            <a:endParaRPr lang="es-ES" sz="3200" b="0" strike="noStrike" spc="-1">
              <a:latin typeface="Arial"/>
            </a:endParaRPr>
          </a:p>
          <a:p>
            <a:pPr marL="743040" lvl="1" indent="-284760">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Algoritmos criptográficos.</a:t>
            </a:r>
            <a:endParaRPr lang="es-ES" sz="2800" b="0" strike="noStrike" spc="-1">
              <a:latin typeface="Arial"/>
            </a:endParaRPr>
          </a:p>
          <a:p>
            <a:pPr marL="743040" lvl="1" indent="-284760">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Clave privada (simétrica) (3DES, AES, RC, …).</a:t>
            </a:r>
            <a:endParaRPr lang="es-ES" sz="2800" b="0" strike="noStrike" spc="-1">
              <a:latin typeface="Arial"/>
            </a:endParaRPr>
          </a:p>
          <a:p>
            <a:pPr marL="743040" lvl="1" indent="-284760">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Clave pública (asimétrica) (RSA, DSA, …).</a:t>
            </a:r>
            <a:endParaRPr lang="es-ES" sz="2800" b="0" strike="noStrike" spc="-1">
              <a:latin typeface="Arial"/>
            </a:endParaRPr>
          </a:p>
          <a:p>
            <a:pPr marL="743040" lvl="1" indent="-284760">
              <a:lnSpc>
                <a:spcPct val="100000"/>
              </a:lnSpc>
              <a:spcBef>
                <a:spcPts val="561"/>
              </a:spcBef>
              <a:buClr>
                <a:srgbClr val="000000"/>
              </a:buClr>
              <a:buFont typeface="Courier New"/>
              <a:buChar char="o"/>
            </a:pPr>
            <a:r>
              <a:rPr lang="es-ES" sz="2800" b="0" strike="noStrike" spc="-1">
                <a:solidFill>
                  <a:srgbClr val="000000"/>
                </a:solidFill>
                <a:latin typeface="Arial"/>
                <a:ea typeface="DejaVu Sans"/>
              </a:rPr>
              <a:t>Certificados digitales.</a:t>
            </a: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a:p>
            <a:pPr marL="457200" indent="-456120">
              <a:lnSpc>
                <a:spcPct val="100000"/>
              </a:lnSpc>
              <a:spcBef>
                <a:spcPts val="479"/>
              </a:spcBef>
            </a:pPr>
            <a:endParaRPr lang="es-ES" sz="2800" b="0" strike="noStrike" spc="-1">
              <a:latin typeface="Arial"/>
            </a:endParaRPr>
          </a:p>
          <a:p>
            <a:pPr>
              <a:lnSpc>
                <a:spcPct val="100000"/>
              </a:lnSpc>
              <a:spcBef>
                <a:spcPts val="479"/>
              </a:spcBef>
            </a:pPr>
            <a:endParaRPr lang="es-ES" sz="2800" b="0" strike="noStrike" spc="-1">
              <a:latin typeface="Arial"/>
            </a:endParaRPr>
          </a:p>
          <a:p>
            <a:pPr marL="343080" indent="-342000" algn="just">
              <a:lnSpc>
                <a:spcPct val="100000"/>
              </a:lnSpc>
              <a:spcBef>
                <a:spcPts val="479"/>
              </a:spcBef>
            </a:pPr>
            <a:endParaRPr lang="es-ES" sz="2800" b="0" strike="noStrike" spc="-1">
              <a:latin typeface="Arial"/>
            </a:endParaRPr>
          </a:p>
        </p:txBody>
      </p:sp>
      <p:sp>
        <p:nvSpPr>
          <p:cNvPr id="68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8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9E8A6732-C066-46AA-948F-7C9A85D13624}" type="slidenum">
              <a:rPr lang="es-ES" sz="1200" b="0" i="1" strike="noStrike" spc="-1">
                <a:solidFill>
                  <a:srgbClr val="91E614"/>
                </a:solidFill>
                <a:latin typeface="Century Gothic"/>
                <a:ea typeface="DejaVu Sans"/>
              </a:rPr>
              <a:t>136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3400" b="1" strike="noStrike" spc="-1">
                <a:solidFill>
                  <a:srgbClr val="66FF33"/>
                </a:solidFill>
                <a:latin typeface="Century Gothic"/>
                <a:ea typeface="DejaVu Sans"/>
              </a:rPr>
              <a:t>TEMA 5. HTTPS. Módulo mod_ssl</a:t>
            </a:r>
            <a:endParaRPr lang="es-ES" sz="3400" b="0" strike="noStrike" spc="-1">
              <a:latin typeface="Arial"/>
            </a:endParaRPr>
          </a:p>
        </p:txBody>
      </p:sp>
      <p:sp>
        <p:nvSpPr>
          <p:cNvPr id="689"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Es posible configurar Apache para que sirva contenidos seguros usando el protocolo HTTPS.</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Para ello hay que configurar y habilitar el módulo </a:t>
            </a:r>
            <a:r>
              <a:rPr lang="es-ES" sz="3200" b="1" strike="noStrike" spc="-1">
                <a:solidFill>
                  <a:srgbClr val="000000"/>
                </a:solidFill>
                <a:latin typeface="Arial"/>
                <a:ea typeface="DejaVu Sans"/>
              </a:rPr>
              <a:t>mod_ssl (sudo a2enmod ssl)</a:t>
            </a:r>
            <a:r>
              <a:rPr lang="es-ES" sz="3200" b="0" strike="noStrike" spc="-1">
                <a:solidFill>
                  <a:srgbClr val="000000"/>
                </a:solidFill>
                <a:latin typeface="Arial"/>
                <a:ea typeface="DejaVu Sans"/>
              </a:rPr>
              <a:t>.</a:t>
            </a:r>
            <a:endParaRPr lang="es-ES" sz="3200" b="0" strike="noStrike" spc="-1">
              <a:latin typeface="Arial"/>
            </a:endParaRPr>
          </a:p>
          <a:p>
            <a:pPr marL="343080" indent="-342000" algn="just">
              <a:lnSpc>
                <a:spcPct val="100000"/>
              </a:lnSpc>
              <a:spcBef>
                <a:spcPts val="641"/>
              </a:spcBef>
              <a:buClr>
                <a:srgbClr val="000000"/>
              </a:buClr>
              <a:buFont typeface="Symbol"/>
              <a:buChar char=""/>
            </a:pPr>
            <a:r>
              <a:rPr lang="es-ES" sz="3200" b="1" strike="noStrike" spc="-1">
                <a:solidFill>
                  <a:srgbClr val="000000"/>
                </a:solidFill>
                <a:latin typeface="Arial"/>
                <a:ea typeface="DejaVu Sans"/>
              </a:rPr>
              <a:t>mod_ssl</a:t>
            </a:r>
            <a:r>
              <a:rPr lang="es-ES" sz="3200" b="0" strike="noStrike" spc="-1">
                <a:solidFill>
                  <a:srgbClr val="000000"/>
                </a:solidFill>
                <a:latin typeface="Arial"/>
                <a:ea typeface="DejaVu Sans"/>
              </a:rPr>
              <a:t> utiliza las herramientas  proporcionadas por </a:t>
            </a:r>
            <a:r>
              <a:rPr lang="es-ES" sz="3200" b="1" strike="noStrike" spc="-1">
                <a:solidFill>
                  <a:srgbClr val="000000"/>
                </a:solidFill>
                <a:latin typeface="Arial"/>
                <a:ea typeface="DejaVu Sans"/>
              </a:rPr>
              <a:t>OpenSSL </a:t>
            </a:r>
            <a:r>
              <a:rPr lang="es-ES" sz="3200" b="0" strike="noStrike" spc="-1">
                <a:solidFill>
                  <a:srgbClr val="000000"/>
                </a:solidFill>
                <a:latin typeface="Arial"/>
                <a:ea typeface="DejaVu Sans"/>
              </a:rPr>
              <a:t>que es un paquete de herramientas de administración y bibliotecas que implementa algoritmos y 	protocolos criptográficos.</a:t>
            </a:r>
            <a:endParaRPr lang="es-ES" sz="3200" b="0" strike="noStrike" spc="-1">
              <a:latin typeface="Arial"/>
            </a:endParaRPr>
          </a:p>
        </p:txBody>
      </p:sp>
      <p:sp>
        <p:nvSpPr>
          <p:cNvPr id="690"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91"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2BCA291-C3C6-4E75-8CD0-F519FB08E156}" type="slidenum">
              <a:rPr lang="es-ES" sz="1200" b="0" i="1" strike="noStrike" spc="-1">
                <a:solidFill>
                  <a:srgbClr val="91E614"/>
                </a:solidFill>
                <a:latin typeface="Century Gothic"/>
                <a:ea typeface="DejaVu Sans"/>
              </a:rPr>
              <a:t>137</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693"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53880" indent="-352800" algn="just">
              <a:lnSpc>
                <a:spcPct val="100000"/>
              </a:lnSpc>
              <a:spcBef>
                <a:spcPts val="720"/>
              </a:spcBef>
              <a:buClr>
                <a:srgbClr val="000000"/>
              </a:buClr>
              <a:buFont typeface="Arial"/>
              <a:buChar char="•"/>
            </a:pPr>
            <a:r>
              <a:rPr lang="es-ES" sz="3600" b="0" strike="noStrike" spc="-1">
                <a:solidFill>
                  <a:srgbClr val="000000"/>
                </a:solidFill>
                <a:latin typeface="Arial"/>
                <a:ea typeface="DejaVu Sans"/>
              </a:rPr>
              <a:t>Apache viene configurado con un servidor virtual por defecto que hay que habilitar :</a:t>
            </a:r>
            <a:endParaRPr lang="es-ES" sz="3600" b="0" strike="noStrike" spc="-1">
              <a:latin typeface="Arial"/>
            </a:endParaRPr>
          </a:p>
          <a:p>
            <a:pPr algn="just">
              <a:lnSpc>
                <a:spcPct val="100000"/>
              </a:lnSpc>
              <a:spcBef>
                <a:spcPts val="720"/>
              </a:spcBef>
            </a:pPr>
            <a:endParaRPr lang="es-ES" sz="3600" b="0" strike="noStrike" spc="-1">
              <a:latin typeface="Arial"/>
            </a:endParaRPr>
          </a:p>
          <a:p>
            <a:pPr algn="just">
              <a:lnSpc>
                <a:spcPct val="100000"/>
              </a:lnSpc>
              <a:spcBef>
                <a:spcPts val="720"/>
              </a:spcBef>
            </a:pPr>
            <a:r>
              <a:rPr lang="es-ES" sz="3600" b="0" strike="noStrike" spc="-1">
                <a:solidFill>
                  <a:srgbClr val="000000"/>
                </a:solidFill>
                <a:latin typeface="Arial"/>
                <a:ea typeface="DejaVu Sans"/>
              </a:rPr>
              <a:t>	</a:t>
            </a:r>
            <a:r>
              <a:rPr lang="es-ES" sz="3600" b="1" strike="noStrike" spc="-1">
                <a:solidFill>
                  <a:srgbClr val="000000"/>
                </a:solidFill>
                <a:latin typeface="Arial"/>
                <a:ea typeface="DejaVu Sans"/>
              </a:rPr>
              <a:t>sudo a2ensite default-ssl</a:t>
            </a:r>
            <a:endParaRPr lang="es-ES" sz="3600" b="0" strike="noStrike" spc="-1">
              <a:latin typeface="Arial"/>
            </a:endParaRPr>
          </a:p>
          <a:p>
            <a:pPr>
              <a:lnSpc>
                <a:spcPct val="100000"/>
              </a:lnSpc>
              <a:spcBef>
                <a:spcPts val="641"/>
              </a:spcBef>
            </a:pPr>
            <a:endParaRPr lang="es-ES" sz="3600" b="0" strike="noStrike" spc="-1">
              <a:latin typeface="Arial"/>
            </a:endParaRPr>
          </a:p>
          <a:p>
            <a:pPr marL="353880">
              <a:lnSpc>
                <a:spcPct val="100000"/>
              </a:lnSpc>
              <a:spcBef>
                <a:spcPts val="720"/>
              </a:spcBef>
            </a:pPr>
            <a:r>
              <a:rPr lang="es-ES" sz="3600" b="0" strike="noStrike" spc="-1">
                <a:solidFill>
                  <a:srgbClr val="000000"/>
                </a:solidFill>
                <a:latin typeface="Arial"/>
                <a:ea typeface="DejaVu Sans"/>
              </a:rPr>
              <a:t>No olvides reniciar el servidor</a:t>
            </a:r>
            <a:endParaRPr lang="es-ES" sz="3600" b="0" strike="noStrike" spc="-1">
              <a:latin typeface="Arial"/>
            </a:endParaRPr>
          </a:p>
        </p:txBody>
      </p:sp>
      <p:sp>
        <p:nvSpPr>
          <p:cNvPr id="694"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95"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F9039495-BE98-4CC8-920B-1CE46867EB55}" type="slidenum">
              <a:rPr lang="es-ES" sz="1200" b="0" i="1" strike="noStrike" spc="-1">
                <a:solidFill>
                  <a:srgbClr val="91E614"/>
                </a:solidFill>
                <a:latin typeface="Century Gothic"/>
                <a:ea typeface="DejaVu Sans"/>
              </a:rPr>
              <a:t>138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697"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just">
              <a:lnSpc>
                <a:spcPct val="100000"/>
              </a:lnSpc>
              <a:spcBef>
                <a:spcPts val="479"/>
              </a:spcBef>
            </a:pPr>
            <a:r>
              <a:rPr lang="es-ES" sz="2400" b="0" strike="noStrike" spc="-1">
                <a:solidFill>
                  <a:srgbClr val="000000"/>
                </a:solidFill>
                <a:latin typeface="Arial"/>
                <a:ea typeface="DejaVu Sans"/>
              </a:rPr>
              <a:t>Observa el contenido del fichero </a:t>
            </a:r>
            <a:r>
              <a:rPr lang="es-ES" sz="2400" b="1" strike="noStrike" spc="-1">
                <a:solidFill>
                  <a:srgbClr val="000000"/>
                </a:solidFill>
                <a:latin typeface="Arial"/>
                <a:ea typeface="DejaVu Sans"/>
              </a:rPr>
              <a:t>/etc/apache2/sites-available/default-ssl.conf  </a:t>
            </a:r>
            <a:r>
              <a:rPr lang="es-ES" sz="2400" b="0" strike="noStrike" spc="-1">
                <a:solidFill>
                  <a:srgbClr val="000000"/>
                </a:solidFill>
                <a:latin typeface="Arial"/>
                <a:ea typeface="DejaVu Sans"/>
              </a:rPr>
              <a:t>y observa su configuración. Fíjate en las directivas que habilitan SSL y que definen la ruta del certificado digital que usará el servidor:</a:t>
            </a:r>
            <a:endParaRPr lang="es-ES" sz="2400" b="0" strike="noStrike" spc="-1">
              <a:latin typeface="Arial"/>
            </a:endParaRPr>
          </a:p>
          <a:p>
            <a:pPr algn="just">
              <a:lnSpc>
                <a:spcPct val="100000"/>
              </a:lnSpc>
              <a:spcBef>
                <a:spcPts val="479"/>
              </a:spcBef>
            </a:pPr>
            <a:endParaRPr lang="es-ES" sz="2400" b="0" strike="noStrike" spc="-1">
              <a:latin typeface="Arial"/>
            </a:endParaRPr>
          </a:p>
        </p:txBody>
      </p:sp>
      <p:sp>
        <p:nvSpPr>
          <p:cNvPr id="698"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699"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71471A4-D7EC-450B-A5EF-A5BABEE56FEC}" type="slidenum">
              <a:rPr lang="es-ES" sz="1200" b="0" i="1" strike="noStrike" spc="-1">
                <a:solidFill>
                  <a:srgbClr val="91E614"/>
                </a:solidFill>
                <a:latin typeface="Century Gothic"/>
                <a:ea typeface="DejaVu Sans"/>
              </a:rPr>
              <a:t>139</a:t>
            </a:fld>
            <a:endParaRPr lang="es-ES" sz="1200" b="0" strike="noStrike" spc="-1">
              <a:latin typeface="Arial"/>
            </a:endParaRPr>
          </a:p>
        </p:txBody>
      </p:sp>
      <p:pic>
        <p:nvPicPr>
          <p:cNvPr id="700" name="Picture 6"/>
          <p:cNvPicPr/>
          <p:nvPr/>
        </p:nvPicPr>
        <p:blipFill>
          <a:blip r:embed="rId3"/>
          <a:stretch/>
        </p:blipFill>
        <p:spPr>
          <a:xfrm>
            <a:off x="456840" y="2717280"/>
            <a:ext cx="8677080" cy="2759760"/>
          </a:xfrm>
          <a:prstGeom prst="rect">
            <a:avLst/>
          </a:prstGeom>
          <a:ln>
            <a:noFill/>
          </a:ln>
        </p:spPr>
      </p:pic>
      <p:sp>
        <p:nvSpPr>
          <p:cNvPr id="701" name="CustomShape 5"/>
          <p:cNvSpPr/>
          <p:nvPr/>
        </p:nvSpPr>
        <p:spPr>
          <a:xfrm>
            <a:off x="179640" y="2565000"/>
            <a:ext cx="3887280" cy="646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
        <p:nvSpPr>
          <p:cNvPr id="702" name="CustomShape 6"/>
          <p:cNvSpPr/>
          <p:nvPr/>
        </p:nvSpPr>
        <p:spPr>
          <a:xfrm>
            <a:off x="1397160" y="3260520"/>
            <a:ext cx="3879360" cy="65916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04"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05"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8AB9675B-84A2-4FFC-BC45-13921E7B85C8}" type="slidenum">
              <a:rPr lang="es-ES" sz="1200" b="0" i="1" strike="noStrike" spc="-1">
                <a:solidFill>
                  <a:srgbClr val="91E614"/>
                </a:solidFill>
                <a:latin typeface="Century Gothic"/>
                <a:ea typeface="DejaVu Sans"/>
              </a:rPr>
              <a:t>140</a:t>
            </a:fld>
            <a:endParaRPr lang="es-ES" sz="1200" b="0" strike="noStrike" spc="-1">
              <a:latin typeface="Arial"/>
            </a:endParaRPr>
          </a:p>
        </p:txBody>
      </p:sp>
      <p:pic>
        <p:nvPicPr>
          <p:cNvPr id="706" name="Content Placeholder 8"/>
          <p:cNvPicPr/>
          <p:nvPr/>
        </p:nvPicPr>
        <p:blipFill>
          <a:blip r:embed="rId3"/>
          <a:stretch/>
        </p:blipFill>
        <p:spPr>
          <a:xfrm>
            <a:off x="35640" y="1061280"/>
            <a:ext cx="9122760" cy="2404800"/>
          </a:xfrm>
          <a:prstGeom prst="rect">
            <a:avLst/>
          </a:prstGeom>
          <a:ln>
            <a:noFill/>
          </a:ln>
        </p:spPr>
      </p:pic>
      <p:sp>
        <p:nvSpPr>
          <p:cNvPr id="707" name="CustomShape 4"/>
          <p:cNvSpPr/>
          <p:nvPr/>
        </p:nvSpPr>
        <p:spPr>
          <a:xfrm>
            <a:off x="-180360" y="908640"/>
            <a:ext cx="1943280" cy="646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
        <p:nvSpPr>
          <p:cNvPr id="708" name="CustomShape 5"/>
          <p:cNvSpPr/>
          <p:nvPr/>
        </p:nvSpPr>
        <p:spPr>
          <a:xfrm>
            <a:off x="-28080" y="2565000"/>
            <a:ext cx="8703360" cy="1222920"/>
          </a:xfrm>
          <a:prstGeom prst="ellipse">
            <a:avLst/>
          </a:prstGeom>
          <a:noFill/>
          <a:ln w="28440">
            <a:solidFill>
              <a:srgbClr val="FF0000"/>
            </a:solidFill>
            <a:round/>
          </a:ln>
        </p:spPr>
        <p:style>
          <a:lnRef idx="0">
            <a:scrgbClr r="0" g="0" b="0"/>
          </a:lnRef>
          <a:fillRef idx="0">
            <a:scrgbClr r="0" g="0" b="0"/>
          </a:fillRef>
          <a:effectRef idx="0">
            <a:scrgbClr r="0" g="0" b="0"/>
          </a:effectRef>
          <a:fontRef idx="minor"/>
        </p:style>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10"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11"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14626E6E-D5A2-44D8-8970-9A38D799C9F8}" type="slidenum">
              <a:rPr lang="es-ES" sz="1200" b="0" i="1" strike="noStrike" spc="-1">
                <a:solidFill>
                  <a:srgbClr val="91E614"/>
                </a:solidFill>
                <a:latin typeface="Century Gothic"/>
                <a:ea typeface="DejaVu Sans"/>
              </a:rPr>
              <a:t>141</a:t>
            </a:fld>
            <a:endParaRPr lang="es-ES" sz="1200" b="0" strike="noStrike" spc="-1">
              <a:latin typeface="Arial"/>
            </a:endParaRPr>
          </a:p>
        </p:txBody>
      </p:sp>
      <p:sp>
        <p:nvSpPr>
          <p:cNvPr id="712" name="CustomShape 4"/>
          <p:cNvSpPr/>
          <p:nvPr/>
        </p:nvSpPr>
        <p:spPr>
          <a:xfrm>
            <a:off x="457200" y="1124640"/>
            <a:ext cx="8228520" cy="500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0" strike="noStrike" spc="-1">
                <a:solidFill>
                  <a:srgbClr val="000000"/>
                </a:solidFill>
                <a:latin typeface="Arial"/>
                <a:ea typeface="DejaVu Sans"/>
              </a:rPr>
              <a:t>donde,</a:t>
            </a:r>
            <a:endParaRPr lang="es-ES" sz="2400" b="0" strike="noStrike" spc="-1">
              <a:latin typeface="Arial"/>
            </a:endParaRPr>
          </a:p>
          <a:p>
            <a:pPr marL="343080" indent="-342000">
              <a:lnSpc>
                <a:spcPct val="100000"/>
              </a:lnSpc>
              <a:spcBef>
                <a:spcPts val="479"/>
              </a:spcBef>
              <a:buClr>
                <a:srgbClr val="000000"/>
              </a:buClr>
              <a:buFont typeface="Symbol"/>
              <a:buChar char=""/>
            </a:pPr>
            <a:r>
              <a:rPr lang="es-ES" sz="2400" b="1" strike="noStrike" spc="-1">
                <a:solidFill>
                  <a:srgbClr val="000000"/>
                </a:solidFill>
                <a:latin typeface="Arial"/>
                <a:ea typeface="DejaVu Sans"/>
              </a:rPr>
              <a:t>SSLEngine on </a:t>
            </a:r>
            <a:r>
              <a:rPr lang="es-ES" sz="2400" b="0" strike="noStrike" spc="-1">
                <a:solidFill>
                  <a:srgbClr val="000000"/>
                </a:solidFill>
                <a:latin typeface="Arial"/>
                <a:ea typeface="DejaVu Sans"/>
              </a:rPr>
              <a:t>: Activa o desactiva SSL.</a:t>
            </a:r>
            <a:endParaRPr lang="es-ES" sz="2400" b="0" strike="noStrike" spc="-1">
              <a:latin typeface="Arial"/>
            </a:endParaRPr>
          </a:p>
          <a:p>
            <a:pPr marL="343080" indent="-342000">
              <a:lnSpc>
                <a:spcPct val="100000"/>
              </a:lnSpc>
              <a:spcBef>
                <a:spcPts val="439"/>
              </a:spcBef>
              <a:buClr>
                <a:srgbClr val="000000"/>
              </a:buClr>
              <a:buFont typeface="Symbol"/>
              <a:buChar char=""/>
            </a:pPr>
            <a:r>
              <a:rPr lang="es-ES" sz="2200" b="1" strike="noStrike" spc="-1">
                <a:solidFill>
                  <a:srgbClr val="000000"/>
                </a:solidFill>
                <a:latin typeface="Arial"/>
                <a:ea typeface="DejaVu Sans"/>
              </a:rPr>
              <a:t>SSLCertificateFile /etc/ssl/certs/ssl-cert-snakeoil.pem</a:t>
            </a:r>
            <a:r>
              <a:rPr lang="es-ES" sz="2200" b="0" strike="noStrike" spc="-1">
                <a:solidFill>
                  <a:srgbClr val="000000"/>
                </a:solidFill>
                <a:latin typeface="Arial"/>
                <a:ea typeface="DejaVu Sans"/>
              </a:rPr>
              <a:t>: Certificado digital del propio servidor Apache</a:t>
            </a:r>
            <a:endParaRPr lang="es-ES" sz="2200" b="0" strike="noStrike" spc="-1">
              <a:latin typeface="Arial"/>
            </a:endParaRPr>
          </a:p>
          <a:p>
            <a:pPr marL="343080" indent="-342000">
              <a:lnSpc>
                <a:spcPct val="100000"/>
              </a:lnSpc>
              <a:spcBef>
                <a:spcPts val="439"/>
              </a:spcBef>
              <a:buClr>
                <a:srgbClr val="000000"/>
              </a:buClr>
              <a:buFont typeface="Symbol"/>
              <a:buChar char=""/>
            </a:pPr>
            <a:r>
              <a:rPr lang="es-ES" sz="2100" b="1" strike="noStrike" spc="-1">
                <a:solidFill>
                  <a:srgbClr val="000000"/>
                </a:solidFill>
                <a:latin typeface="Arial"/>
                <a:ea typeface="DejaVu Sans"/>
              </a:rPr>
              <a:t>SSLCertificateKeyFile /etc/ssl/private/ssl-cert-snakeoil.key</a:t>
            </a:r>
            <a:r>
              <a:rPr lang="es-ES" sz="2200" b="0" strike="noStrike" spc="-1">
                <a:solidFill>
                  <a:srgbClr val="000000"/>
                </a:solidFill>
                <a:latin typeface="Arial"/>
                <a:ea typeface="DejaVu Sans"/>
              </a:rPr>
              <a:t>: Clave privada del servidor Apache.</a:t>
            </a:r>
            <a:endParaRPr lang="es-ES" sz="2200" b="0" strike="noStrike" spc="-1">
              <a:latin typeface="Arial"/>
            </a:endParaRPr>
          </a:p>
          <a:p>
            <a:pPr>
              <a:lnSpc>
                <a:spcPct val="100000"/>
              </a:lnSpc>
              <a:spcBef>
                <a:spcPts val="479"/>
              </a:spcBef>
            </a:pPr>
            <a:endParaRPr lang="es-ES" sz="2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14"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15"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54A73011-787E-40C1-AF54-20C76F258872}" type="slidenum">
              <a:rPr lang="es-ES" sz="1200" b="0" i="1" strike="noStrike" spc="-1">
                <a:solidFill>
                  <a:srgbClr val="91E614"/>
                </a:solidFill>
                <a:latin typeface="Century Gothic"/>
                <a:ea typeface="DejaVu Sans"/>
              </a:rPr>
              <a:t>142</a:t>
            </a:fld>
            <a:endParaRPr lang="es-ES" sz="1200" b="0" strike="noStrike" spc="-1">
              <a:latin typeface="Arial"/>
            </a:endParaRPr>
          </a:p>
        </p:txBody>
      </p:sp>
      <p:sp>
        <p:nvSpPr>
          <p:cNvPr id="716" name="CustomShape 4"/>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0" strike="noStrike" spc="-1">
                <a:solidFill>
                  <a:srgbClr val="000000"/>
                </a:solidFill>
                <a:latin typeface="Arial"/>
                <a:ea typeface="DejaVu Sans"/>
              </a:rPr>
              <a:t>Pasos a seguir para habilitar un servidor virtual </a:t>
            </a:r>
            <a:r>
              <a:rPr lang="es-ES" sz="2400" b="0" i="1" strike="noStrike" spc="-1">
                <a:solidFill>
                  <a:srgbClr val="000000"/>
                </a:solidFill>
                <a:latin typeface="Arial"/>
                <a:ea typeface="DejaVu Sans"/>
              </a:rPr>
              <a:t>https</a:t>
            </a:r>
            <a:r>
              <a:rPr lang="es-ES" sz="2400" b="0" strike="noStrike" spc="-1">
                <a:solidFill>
                  <a:srgbClr val="000000"/>
                </a:solidFill>
                <a:latin typeface="Arial"/>
                <a:ea typeface="DejaVu Sans"/>
              </a:rPr>
              <a:t> para el dominio </a:t>
            </a:r>
            <a:r>
              <a:rPr lang="es-ES" sz="2400" b="1" i="1" strike="noStrike" spc="-1">
                <a:solidFill>
                  <a:srgbClr val="000000"/>
                </a:solidFill>
                <a:latin typeface="Arial"/>
                <a:ea typeface="DejaVu Sans"/>
              </a:rPr>
              <a:t>seguro.dawXX.net</a:t>
            </a:r>
            <a:r>
              <a:rPr lang="es-ES" sz="2400" b="0" strike="noStrike" spc="-1">
                <a:solidFill>
                  <a:srgbClr val="000000"/>
                </a:solidFill>
                <a:latin typeface="Arial"/>
                <a:ea typeface="DejaVu Sans"/>
              </a:rPr>
              <a:t>:</a:t>
            </a:r>
            <a:endParaRPr lang="es-ES" sz="2400" b="0" strike="noStrike" spc="-1">
              <a:latin typeface="Arial"/>
            </a:endParaRPr>
          </a:p>
          <a:p>
            <a:pPr marL="457200" indent="-456120" algn="just">
              <a:lnSpc>
                <a:spcPct val="100000"/>
              </a:lnSpc>
              <a:spcBef>
                <a:spcPts val="479"/>
              </a:spcBef>
              <a:buClr>
                <a:srgbClr val="000000"/>
              </a:buClr>
              <a:buFont typeface="StarSymbol"/>
              <a:buAutoNum type="arabicPeriod"/>
            </a:pPr>
            <a:r>
              <a:rPr lang="es-ES" sz="2400" b="0" strike="noStrike" spc="-1">
                <a:solidFill>
                  <a:srgbClr val="000000"/>
                </a:solidFill>
                <a:latin typeface="Arial"/>
                <a:ea typeface="DejaVu Sans"/>
              </a:rPr>
              <a:t>Instala los paquetes necesarios para la generación del certificado:</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sudo apt-get install openssl</a:t>
            </a:r>
            <a:endParaRPr lang="es-ES" sz="2400" b="0" strike="noStrike" spc="-1">
              <a:latin typeface="Arial"/>
            </a:endParaRPr>
          </a:p>
          <a:p>
            <a:pPr>
              <a:lnSpc>
                <a:spcPct val="100000"/>
              </a:lnSpc>
              <a:spcBef>
                <a:spcPts val="479"/>
              </a:spcBef>
            </a:pPr>
            <a:r>
              <a:rPr lang="es-ES" sz="2400" b="0" strike="noStrike" spc="-1">
                <a:solidFill>
                  <a:srgbClr val="000000"/>
                </a:solidFill>
                <a:latin typeface="Arial"/>
                <a:ea typeface="DejaVu Sans"/>
              </a:rPr>
              <a:t> </a:t>
            </a:r>
            <a:endParaRPr lang="es-ES" sz="2400" b="0" strike="noStrike" spc="-1">
              <a:latin typeface="Arial"/>
            </a:endParaRPr>
          </a:p>
          <a:p>
            <a:pPr marL="457200" indent="-456120" algn="just">
              <a:lnSpc>
                <a:spcPct val="100000"/>
              </a:lnSpc>
              <a:spcBef>
                <a:spcPts val="479"/>
              </a:spcBef>
              <a:buClr>
                <a:srgbClr val="000000"/>
              </a:buClr>
              <a:buFont typeface="StarSymbol"/>
              <a:buAutoNum type="arabicPeriod" startAt="2"/>
            </a:pPr>
            <a:r>
              <a:rPr lang="es-ES" sz="2400" b="0" strike="noStrike" spc="-1">
                <a:solidFill>
                  <a:srgbClr val="000000"/>
                </a:solidFill>
                <a:latin typeface="Arial"/>
                <a:ea typeface="DejaVu Sans"/>
              </a:rPr>
              <a:t>Crea el directorio </a:t>
            </a:r>
            <a:r>
              <a:rPr lang="es-ES" sz="2400" b="1" strike="noStrike" spc="-1">
                <a:solidFill>
                  <a:srgbClr val="000000"/>
                </a:solidFill>
                <a:latin typeface="Arial"/>
                <a:ea typeface="DejaVu Sans"/>
              </a:rPr>
              <a:t>/var/www/html/seguro </a:t>
            </a:r>
            <a:r>
              <a:rPr lang="es-ES" sz="2400" b="0" strike="noStrike" spc="-1">
                <a:solidFill>
                  <a:srgbClr val="000000"/>
                </a:solidFill>
                <a:latin typeface="Arial"/>
                <a:ea typeface="DejaVu Sans"/>
              </a:rPr>
              <a:t>como directorio raíz del sitio.</a:t>
            </a:r>
            <a:endParaRPr lang="es-ES" sz="2400" b="0" strike="noStrike" spc="-1">
              <a:latin typeface="Arial"/>
            </a:endParaRPr>
          </a:p>
          <a:p>
            <a:pPr marL="457200" indent="-456120" algn="just">
              <a:lnSpc>
                <a:spcPct val="100000"/>
              </a:lnSpc>
              <a:spcBef>
                <a:spcPts val="479"/>
              </a:spcBef>
              <a:buClr>
                <a:srgbClr val="000000"/>
              </a:buClr>
              <a:buFont typeface="StarSymbol"/>
              <a:buAutoNum type="arabicPeriod" startAt="2"/>
            </a:pPr>
            <a:r>
              <a:rPr lang="es-ES" sz="2400" b="0" strike="noStrike" spc="-1">
                <a:solidFill>
                  <a:srgbClr val="000000"/>
                </a:solidFill>
                <a:latin typeface="Arial"/>
                <a:ea typeface="DejaVu Sans"/>
              </a:rPr>
              <a:t>Crea el fichero </a:t>
            </a:r>
            <a:r>
              <a:rPr lang="es-ES" sz="2400" b="1" strike="noStrike" spc="-1">
                <a:solidFill>
                  <a:srgbClr val="000000"/>
                </a:solidFill>
                <a:latin typeface="Arial"/>
                <a:ea typeface="DejaVu Sans"/>
              </a:rPr>
              <a:t>/var/www/html/seguro/index.html </a:t>
            </a:r>
            <a:r>
              <a:rPr lang="es-ES" sz="2400" b="0" strike="noStrike" spc="-1">
                <a:solidFill>
                  <a:srgbClr val="000000"/>
                </a:solidFill>
                <a:latin typeface="Arial"/>
                <a:ea typeface="DejaVu Sans"/>
              </a:rPr>
              <a:t>con el contenido que quieras.</a:t>
            </a:r>
            <a:endParaRPr lang="es-ES" sz="2400" b="0" strike="noStrike" spc="-1">
              <a:latin typeface="Arial"/>
            </a:endParaRPr>
          </a:p>
          <a:p>
            <a:pPr>
              <a:lnSpc>
                <a:spcPct val="100000"/>
              </a:lnSpc>
              <a:spcBef>
                <a:spcPts val="479"/>
              </a:spcBef>
            </a:pPr>
            <a:endParaRPr lang="es-ES" sz="24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18"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19"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E0F178CD-7F3A-4EF4-8E6D-CABE6276B01F}" type="slidenum">
              <a:rPr lang="es-ES" sz="1200" b="0" i="1" strike="noStrike" spc="-1">
                <a:solidFill>
                  <a:srgbClr val="91E614"/>
                </a:solidFill>
                <a:latin typeface="Century Gothic"/>
                <a:ea typeface="DejaVu Sans"/>
              </a:rPr>
              <a:t>143</a:t>
            </a:fld>
            <a:endParaRPr lang="es-ES" sz="1200" b="0" strike="noStrike" spc="-1">
              <a:latin typeface="Arial"/>
            </a:endParaRPr>
          </a:p>
        </p:txBody>
      </p:sp>
      <p:sp>
        <p:nvSpPr>
          <p:cNvPr id="720" name="CustomShape 4"/>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457200" indent="-456120" algn="just">
              <a:lnSpc>
                <a:spcPct val="100000"/>
              </a:lnSpc>
              <a:spcBef>
                <a:spcPts val="479"/>
              </a:spcBef>
              <a:buClr>
                <a:srgbClr val="000000"/>
              </a:buClr>
              <a:buFont typeface="StarSymbol"/>
              <a:buAutoNum type="arabicPeriod" startAt="4"/>
            </a:pPr>
            <a:r>
              <a:rPr lang="es-ES" sz="2400" b="0" strike="noStrike" spc="-1">
                <a:solidFill>
                  <a:srgbClr val="000000"/>
                </a:solidFill>
                <a:latin typeface="Arial"/>
                <a:ea typeface="DejaVu Sans"/>
              </a:rPr>
              <a:t>Sitúate en el directorio </a:t>
            </a:r>
            <a:r>
              <a:rPr lang="es-ES" sz="2400" b="0" i="1" strike="noStrike" spc="-1">
                <a:solidFill>
                  <a:srgbClr val="000000"/>
                </a:solidFill>
                <a:latin typeface="Arial"/>
                <a:ea typeface="DejaVu Sans"/>
              </a:rPr>
              <a:t>home</a:t>
            </a:r>
            <a:r>
              <a:rPr lang="es-ES" sz="2400" b="0" strike="noStrike" spc="-1">
                <a:solidFill>
                  <a:srgbClr val="000000"/>
                </a:solidFill>
                <a:latin typeface="Arial"/>
                <a:ea typeface="DejaVu Sans"/>
              </a:rPr>
              <a:t> del usuario con el que has iniciado sesión.</a:t>
            </a:r>
            <a:endParaRPr lang="es-ES" sz="2400" b="0" strike="noStrike" spc="-1">
              <a:latin typeface="Arial"/>
            </a:endParaRPr>
          </a:p>
          <a:p>
            <a:pPr marL="457200" indent="-456120">
              <a:lnSpc>
                <a:spcPct val="100000"/>
              </a:lnSpc>
              <a:spcBef>
                <a:spcPts val="479"/>
              </a:spcBef>
              <a:buClr>
                <a:srgbClr val="000000"/>
              </a:buClr>
              <a:buFont typeface="StarSymbol"/>
              <a:buAutoNum type="arabicPeriod" startAt="4"/>
            </a:pPr>
            <a:r>
              <a:rPr lang="es-ES" sz="2400" b="0" strike="noStrike" spc="-1">
                <a:solidFill>
                  <a:srgbClr val="000000"/>
                </a:solidFill>
                <a:latin typeface="Arial"/>
                <a:ea typeface="DejaVu Sans"/>
              </a:rPr>
              <a:t>Crea una clave privada RSA de 2048 bit:</a:t>
            </a:r>
            <a:endParaRPr lang="es-ES" sz="2400" b="0" strike="noStrike" spc="-1">
              <a:latin typeface="Arial"/>
            </a:endParaRPr>
          </a:p>
          <a:p>
            <a:pPr>
              <a:lnSpc>
                <a:spcPct val="100000"/>
              </a:lnSpc>
              <a:spcBef>
                <a:spcPts val="479"/>
              </a:spcBef>
            </a:pPr>
            <a:r>
              <a:rPr lang="es-ES" sz="2400" b="1" strike="noStrike" spc="-1">
                <a:solidFill>
                  <a:srgbClr val="000000"/>
                </a:solidFill>
                <a:latin typeface="Arial"/>
                <a:ea typeface="DejaVu Sans"/>
              </a:rPr>
              <a:t>	sudo openssl  genrsa –out seguro.key 2048</a:t>
            </a:r>
            <a:endParaRPr lang="es-ES" sz="2400" b="0" strike="noStrike" spc="-1">
              <a:latin typeface="Arial"/>
            </a:endParaRPr>
          </a:p>
          <a:p>
            <a:pPr>
              <a:lnSpc>
                <a:spcPct val="100000"/>
              </a:lnSpc>
              <a:spcBef>
                <a:spcPts val="479"/>
              </a:spcBef>
            </a:pPr>
            <a:endParaRPr lang="es-ES" sz="2400" b="0" strike="noStrike" spc="-1">
              <a:latin typeface="Arial"/>
            </a:endParaRPr>
          </a:p>
        </p:txBody>
      </p:sp>
      <p:pic>
        <p:nvPicPr>
          <p:cNvPr id="721" name="5 Imagen"/>
          <p:cNvPicPr/>
          <p:nvPr/>
        </p:nvPicPr>
        <p:blipFill>
          <a:blip r:embed="rId3"/>
          <a:stretch/>
        </p:blipFill>
        <p:spPr>
          <a:xfrm>
            <a:off x="0" y="3573360"/>
            <a:ext cx="9146520" cy="1664280"/>
          </a:xfrm>
          <a:prstGeom prst="rect">
            <a:avLst/>
          </a:prstGeom>
          <a:ln w="9360">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2"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23"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24"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055474C2-DEDD-469D-9BE2-C2B84ACC1913}" type="slidenum">
              <a:rPr lang="es-ES" sz="1200" b="0" i="1" strike="noStrike" spc="-1">
                <a:solidFill>
                  <a:srgbClr val="91E614"/>
                </a:solidFill>
                <a:latin typeface="Century Gothic"/>
                <a:ea typeface="DejaVu Sans"/>
              </a:rPr>
              <a:t>144</a:t>
            </a:fld>
            <a:endParaRPr lang="es-ES" sz="1200" b="0" strike="noStrike" spc="-1">
              <a:latin typeface="Arial"/>
            </a:endParaRPr>
          </a:p>
        </p:txBody>
      </p:sp>
      <p:sp>
        <p:nvSpPr>
          <p:cNvPr id="725" name="CustomShape 4"/>
          <p:cNvSpPr/>
          <p:nvPr/>
        </p:nvSpPr>
        <p:spPr>
          <a:xfrm>
            <a:off x="457200" y="1124640"/>
            <a:ext cx="8228520" cy="500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spcBef>
                <a:spcPts val="479"/>
              </a:spcBef>
            </a:pPr>
            <a:r>
              <a:rPr lang="es-ES" sz="2400" b="0" strike="noStrike" spc="-1">
                <a:solidFill>
                  <a:srgbClr val="000000"/>
                </a:solidFill>
                <a:latin typeface="Arial"/>
                <a:ea typeface="DejaVu Sans"/>
              </a:rPr>
              <a:t>6.	Genera una solicitud de certificado:</a:t>
            </a:r>
            <a:endParaRPr lang="es-ES" sz="2400" b="0" strike="noStrike" spc="-1">
              <a:latin typeface="Arial"/>
            </a:endParaRPr>
          </a:p>
          <a:p>
            <a:pPr>
              <a:lnSpc>
                <a:spcPct val="100000"/>
              </a:lnSpc>
              <a:spcBef>
                <a:spcPts val="360"/>
              </a:spcBef>
            </a:pPr>
            <a:r>
              <a:rPr lang="es-ES" sz="1800" b="1" strike="noStrike" spc="-1">
                <a:solidFill>
                  <a:srgbClr val="000000"/>
                </a:solidFill>
                <a:latin typeface="Arial"/>
                <a:ea typeface="DejaVu Sans"/>
              </a:rPr>
              <a:t>sudo openssl  req  –new –sha256  –key  seguro.key  -out  seguro.csr</a:t>
            </a:r>
            <a:endParaRPr lang="es-ES" sz="1800" b="0" strike="noStrike" spc="-1">
              <a:latin typeface="Arial"/>
            </a:endParaRPr>
          </a:p>
          <a:p>
            <a:pPr>
              <a:lnSpc>
                <a:spcPct val="100000"/>
              </a:lnSpc>
              <a:spcBef>
                <a:spcPts val="479"/>
              </a:spcBef>
            </a:pPr>
            <a:endParaRPr lang="es-ES" sz="1800" b="0" strike="noStrike" spc="-1">
              <a:latin typeface="Arial"/>
            </a:endParaRPr>
          </a:p>
        </p:txBody>
      </p:sp>
      <p:pic>
        <p:nvPicPr>
          <p:cNvPr id="726" name="6 Imagen"/>
          <p:cNvPicPr/>
          <p:nvPr/>
        </p:nvPicPr>
        <p:blipFill>
          <a:blip r:embed="rId3"/>
          <a:stretch/>
        </p:blipFill>
        <p:spPr>
          <a:xfrm>
            <a:off x="179640" y="2349000"/>
            <a:ext cx="8110800" cy="4498200"/>
          </a:xfrm>
          <a:prstGeom prst="rect">
            <a:avLst/>
          </a:prstGeom>
          <a:ln w="9360">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28" name="CustomShape 2"/>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29" name="CustomShape 3"/>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B51F0A0F-585E-46A7-91C2-4AD20B502B56}" type="slidenum">
              <a:rPr lang="es-ES" sz="1200" b="0" i="1" strike="noStrike" spc="-1">
                <a:solidFill>
                  <a:srgbClr val="91E614"/>
                </a:solidFill>
                <a:latin typeface="Century Gothic"/>
                <a:ea typeface="DejaVu Sans"/>
              </a:rPr>
              <a:t>145</a:t>
            </a:fld>
            <a:endParaRPr lang="es-ES" sz="1200" b="0" strike="noStrike" spc="-1">
              <a:latin typeface="Arial"/>
            </a:endParaRPr>
          </a:p>
        </p:txBody>
      </p:sp>
      <p:sp>
        <p:nvSpPr>
          <p:cNvPr id="730" name="CustomShape 4"/>
          <p:cNvSpPr/>
          <p:nvPr/>
        </p:nvSpPr>
        <p:spPr>
          <a:xfrm>
            <a:off x="457200" y="1124640"/>
            <a:ext cx="8228520" cy="500040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641"/>
              </a:spcBef>
              <a:buClr>
                <a:srgbClr val="000000"/>
              </a:buClr>
              <a:buFont typeface="Symbol"/>
              <a:buChar char=""/>
            </a:pPr>
            <a:r>
              <a:rPr lang="es-ES" sz="3200" b="0" strike="noStrike" spc="-1">
                <a:solidFill>
                  <a:srgbClr val="000000"/>
                </a:solidFill>
                <a:latin typeface="Arial"/>
                <a:ea typeface="DejaVu Sans"/>
              </a:rPr>
              <a:t>Este comando pedirá algunos datos: nombre de empresa, país, contraseña...</a:t>
            </a:r>
            <a:endParaRPr lang="es-ES" sz="3200" b="0" strike="noStrike" spc="-1">
              <a:latin typeface="Arial"/>
            </a:endParaRPr>
          </a:p>
          <a:p>
            <a:pPr>
              <a:lnSpc>
                <a:spcPct val="100000"/>
              </a:lnSpc>
              <a:spcBef>
                <a:spcPts val="479"/>
              </a:spcBef>
            </a:pPr>
            <a:endParaRPr lang="es-ES" sz="3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32"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514440" indent="-513360">
              <a:lnSpc>
                <a:spcPct val="100000"/>
              </a:lnSpc>
              <a:spcBef>
                <a:spcPts val="641"/>
              </a:spcBef>
              <a:buClr>
                <a:srgbClr val="000000"/>
              </a:buClr>
              <a:buFont typeface="Century Gothic"/>
              <a:buAutoNum type="arabicPeriod" startAt="7"/>
            </a:pPr>
            <a:r>
              <a:rPr lang="es-ES" sz="3200" b="0" strike="noStrike" spc="-1">
                <a:solidFill>
                  <a:srgbClr val="000000"/>
                </a:solidFill>
                <a:latin typeface="Arial"/>
                <a:ea typeface="DejaVu Sans"/>
              </a:rPr>
              <a:t>Genera un certificado. Hay dos opciones:</a:t>
            </a:r>
            <a:endParaRPr lang="es-ES" sz="3200" b="0" strike="noStrike" spc="-1">
              <a:latin typeface="Arial"/>
            </a:endParaRPr>
          </a:p>
          <a:p>
            <a:pPr marL="514440" indent="-513360" algn="just">
              <a:lnSpc>
                <a:spcPct val="100000"/>
              </a:lnSpc>
              <a:spcBef>
                <a:spcPts val="641"/>
              </a:spcBef>
              <a:buClr>
                <a:srgbClr val="000000"/>
              </a:buClr>
              <a:buFont typeface="Century Gothic"/>
              <a:buAutoNum type="alphaUcParenR"/>
            </a:pPr>
            <a:r>
              <a:rPr lang="es-ES" sz="3200" b="0" strike="noStrike" spc="-1">
                <a:solidFill>
                  <a:srgbClr val="000000"/>
                </a:solidFill>
                <a:latin typeface="Arial"/>
                <a:ea typeface="DejaVu Sans"/>
              </a:rPr>
              <a:t>Enviar la solicitud de certificado a una autoridad de certificación .  Se envía, habitualmente, a través de un formulario web a la empresa certificadora que:</a:t>
            </a:r>
            <a:endParaRPr lang="es-ES" sz="3200" b="0" strike="noStrike" spc="-1">
              <a:latin typeface="Arial"/>
            </a:endParaRPr>
          </a:p>
          <a:p>
            <a:pPr marL="914400" lvl="1" indent="-513360">
              <a:lnSpc>
                <a:spcPct val="100000"/>
              </a:lnSpc>
              <a:spcBef>
                <a:spcPts val="561"/>
              </a:spcBef>
              <a:buClr>
                <a:srgbClr val="000000"/>
              </a:buClr>
              <a:buFont typeface="Arial"/>
              <a:buChar char="•"/>
            </a:pPr>
            <a:r>
              <a:rPr lang="es-ES" sz="2800" b="0" strike="noStrike" spc="-1">
                <a:solidFill>
                  <a:srgbClr val="000000"/>
                </a:solidFill>
                <a:latin typeface="Arial"/>
                <a:ea typeface="DejaVu Sans"/>
              </a:rPr>
              <a:t>Validan si se ha pagado (si es necesario). </a:t>
            </a:r>
            <a:endParaRPr lang="es-ES" sz="2800" b="0" strike="noStrike" spc="-1">
              <a:latin typeface="Arial"/>
            </a:endParaRPr>
          </a:p>
          <a:p>
            <a:pPr marL="914400" lvl="1" indent="-513360">
              <a:lnSpc>
                <a:spcPct val="100000"/>
              </a:lnSpc>
              <a:spcBef>
                <a:spcPts val="561"/>
              </a:spcBef>
              <a:buClr>
                <a:srgbClr val="000000"/>
              </a:buClr>
              <a:buFont typeface="Arial"/>
              <a:buChar char="•"/>
            </a:pPr>
            <a:r>
              <a:rPr lang="es-ES" sz="2800" b="0" strike="noStrike" spc="-1">
                <a:solidFill>
                  <a:srgbClr val="000000"/>
                </a:solidFill>
                <a:latin typeface="Arial"/>
                <a:ea typeface="DejaVu Sans"/>
              </a:rPr>
              <a:t>Validan la solicitud.</a:t>
            </a:r>
            <a:endParaRPr lang="es-ES" sz="2800" b="0" strike="noStrike" spc="-1">
              <a:latin typeface="Arial"/>
            </a:endParaRPr>
          </a:p>
          <a:p>
            <a:pPr marL="914400" lvl="1" indent="-513360">
              <a:lnSpc>
                <a:spcPct val="100000"/>
              </a:lnSpc>
              <a:spcBef>
                <a:spcPts val="561"/>
              </a:spcBef>
              <a:buClr>
                <a:srgbClr val="000000"/>
              </a:buClr>
              <a:buFont typeface="Arial"/>
              <a:buChar char="•"/>
            </a:pPr>
            <a:r>
              <a:rPr lang="es-ES" sz="2800" b="0" strike="noStrike" spc="-1">
                <a:solidFill>
                  <a:srgbClr val="000000"/>
                </a:solidFill>
                <a:latin typeface="Arial"/>
                <a:ea typeface="DejaVu Sans"/>
              </a:rPr>
              <a:t>Generan el Certificado (.crt).</a:t>
            </a:r>
            <a:endParaRPr lang="es-ES" sz="2800" b="0" strike="noStrike" spc="-1">
              <a:latin typeface="Arial"/>
            </a:endParaRPr>
          </a:p>
          <a:p>
            <a:pPr marL="914400" lvl="1" indent="-513360">
              <a:lnSpc>
                <a:spcPct val="100000"/>
              </a:lnSpc>
              <a:spcBef>
                <a:spcPts val="561"/>
              </a:spcBef>
              <a:buClr>
                <a:srgbClr val="000000"/>
              </a:buClr>
              <a:buFont typeface="Arial"/>
              <a:buChar char="•"/>
            </a:pPr>
            <a:r>
              <a:rPr lang="es-ES" sz="2800" b="0" strike="noStrike" spc="-1">
                <a:solidFill>
                  <a:srgbClr val="000000"/>
                </a:solidFill>
                <a:latin typeface="Arial"/>
                <a:ea typeface="DejaVu Sans"/>
              </a:rPr>
              <a:t>Remiten el certificado e instrucciones.</a:t>
            </a:r>
            <a:endParaRPr lang="es-ES" sz="2800" b="0" strike="noStrike" spc="-1">
              <a:latin typeface="Arial"/>
            </a:endParaRPr>
          </a:p>
        </p:txBody>
      </p:sp>
      <p:sp>
        <p:nvSpPr>
          <p:cNvPr id="733"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34"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C75C7822-13DE-48C0-BE09-92C2E9C12F2A}" type="slidenum">
              <a:rPr lang="es-ES" sz="1200" b="0" i="1" strike="noStrike" spc="-1">
                <a:solidFill>
                  <a:srgbClr val="91E614"/>
                </a:solidFill>
                <a:latin typeface="Century Gothic"/>
                <a:ea typeface="DejaVu Sans"/>
              </a:rPr>
              <a:t>146</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36"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633240" indent="-632160" algn="just">
              <a:lnSpc>
                <a:spcPct val="100000"/>
              </a:lnSpc>
              <a:spcBef>
                <a:spcPts val="641"/>
              </a:spcBef>
            </a:pPr>
            <a:r>
              <a:rPr lang="es-ES" sz="3200" b="0" strike="noStrike" spc="-1" dirty="0">
                <a:solidFill>
                  <a:srgbClr val="000000"/>
                </a:solidFill>
                <a:latin typeface="Arial"/>
                <a:ea typeface="DejaVu Sans"/>
              </a:rPr>
              <a:t>B) Crear el </a:t>
            </a:r>
            <a:r>
              <a:rPr lang="es-ES" sz="3200" b="0" strike="noStrike" spc="-1" dirty="0" err="1">
                <a:solidFill>
                  <a:srgbClr val="000000"/>
                </a:solidFill>
                <a:latin typeface="Arial"/>
                <a:ea typeface="DejaVu Sans"/>
              </a:rPr>
              <a:t>certicado</a:t>
            </a:r>
            <a:r>
              <a:rPr lang="es-ES" sz="3200" b="0" strike="noStrike" spc="-1" dirty="0">
                <a:solidFill>
                  <a:srgbClr val="000000"/>
                </a:solidFill>
                <a:latin typeface="Arial"/>
                <a:ea typeface="DejaVu Sans"/>
              </a:rPr>
              <a:t> digital </a:t>
            </a:r>
            <a:r>
              <a:rPr lang="es-ES" sz="3200" b="0" strike="noStrike" spc="-1" dirty="0" err="1">
                <a:solidFill>
                  <a:srgbClr val="000000"/>
                </a:solidFill>
                <a:latin typeface="Arial"/>
                <a:ea typeface="DejaVu Sans"/>
              </a:rPr>
              <a:t>autofirmado</a:t>
            </a:r>
            <a:r>
              <a:rPr lang="es-ES" sz="3200" b="0" strike="noStrike" spc="-1" dirty="0">
                <a:solidFill>
                  <a:srgbClr val="000000"/>
                </a:solidFill>
                <a:latin typeface="Arial"/>
                <a:ea typeface="DejaVu Sans"/>
              </a:rPr>
              <a:t> usando la clave privada:</a:t>
            </a:r>
            <a:endParaRPr lang="es-ES" sz="3200" b="0" strike="noStrike" spc="-1" dirty="0">
              <a:latin typeface="Arial"/>
            </a:endParaRPr>
          </a:p>
          <a:p>
            <a:pPr>
              <a:lnSpc>
                <a:spcPct val="100000"/>
              </a:lnSpc>
              <a:spcBef>
                <a:spcPts val="541"/>
              </a:spcBef>
            </a:pPr>
            <a:r>
              <a:rPr lang="es-ES" sz="2700" b="1" strike="noStrike" spc="-1" dirty="0">
                <a:solidFill>
                  <a:srgbClr val="000000"/>
                </a:solidFill>
                <a:latin typeface="Arial"/>
                <a:ea typeface="DejaVu Sans"/>
              </a:rPr>
              <a:t>sudo  </a:t>
            </a:r>
            <a:r>
              <a:rPr lang="es-ES" sz="2700" b="1" strike="noStrike" spc="-1" dirty="0" err="1">
                <a:solidFill>
                  <a:srgbClr val="000000"/>
                </a:solidFill>
                <a:latin typeface="Arial"/>
                <a:ea typeface="DejaVu Sans"/>
              </a:rPr>
              <a:t>openssl</a:t>
            </a:r>
            <a:r>
              <a:rPr lang="es-ES" sz="2700" b="1" strike="noStrike" spc="-1" dirty="0">
                <a:solidFill>
                  <a:srgbClr val="000000"/>
                </a:solidFill>
                <a:latin typeface="Arial"/>
                <a:ea typeface="DejaVu Sans"/>
              </a:rPr>
              <a:t>  x509  –</a:t>
            </a:r>
            <a:r>
              <a:rPr lang="es-ES" sz="2700" b="1" strike="noStrike" spc="-1" dirty="0" err="1">
                <a:solidFill>
                  <a:srgbClr val="000000"/>
                </a:solidFill>
                <a:latin typeface="Arial"/>
                <a:ea typeface="DejaVu Sans"/>
              </a:rPr>
              <a:t>req</a:t>
            </a:r>
            <a:r>
              <a:rPr lang="es-ES" sz="2700" b="1" strike="noStrike" spc="-1" dirty="0">
                <a:solidFill>
                  <a:srgbClr val="000000"/>
                </a:solidFill>
                <a:latin typeface="Arial"/>
                <a:ea typeface="DejaVu Sans"/>
              </a:rPr>
              <a:t> –sha256 –</a:t>
            </a:r>
            <a:r>
              <a:rPr lang="es-ES" sz="2700" b="1" strike="noStrike" spc="-1" dirty="0" err="1">
                <a:solidFill>
                  <a:srgbClr val="000000"/>
                </a:solidFill>
                <a:latin typeface="Arial"/>
                <a:ea typeface="DejaVu Sans"/>
              </a:rPr>
              <a:t>days</a:t>
            </a:r>
            <a:r>
              <a:rPr lang="es-ES" sz="2700" b="1" strike="noStrike" spc="-1" dirty="0">
                <a:solidFill>
                  <a:srgbClr val="000000"/>
                </a:solidFill>
                <a:latin typeface="Arial"/>
                <a:ea typeface="DejaVu Sans"/>
              </a:rPr>
              <a:t>  365  –in </a:t>
            </a:r>
            <a:r>
              <a:rPr lang="es-ES" sz="2700" b="1" strike="noStrike" spc="-1" dirty="0" err="1">
                <a:solidFill>
                  <a:srgbClr val="000000"/>
                </a:solidFill>
                <a:latin typeface="Arial"/>
                <a:ea typeface="DejaVu Sans"/>
              </a:rPr>
              <a:t>seguro.csr</a:t>
            </a:r>
            <a:r>
              <a:rPr lang="es-ES" sz="2700" b="1" strike="noStrike" spc="-1" dirty="0">
                <a:solidFill>
                  <a:srgbClr val="000000"/>
                </a:solidFill>
                <a:latin typeface="Arial"/>
                <a:ea typeface="DejaVu Sans"/>
              </a:rPr>
              <a:t>  –</a:t>
            </a:r>
            <a:r>
              <a:rPr lang="es-ES" sz="2700" b="1" strike="noStrike" spc="-1" dirty="0" err="1">
                <a:solidFill>
                  <a:srgbClr val="000000"/>
                </a:solidFill>
                <a:latin typeface="Arial"/>
                <a:ea typeface="DejaVu Sans"/>
              </a:rPr>
              <a:t>signkey</a:t>
            </a:r>
            <a:r>
              <a:rPr lang="es-ES" sz="2700" b="1" strike="noStrike" spc="-1" dirty="0">
                <a:solidFill>
                  <a:srgbClr val="000000"/>
                </a:solidFill>
                <a:latin typeface="Arial"/>
                <a:ea typeface="DejaVu Sans"/>
              </a:rPr>
              <a:t>   </a:t>
            </a:r>
            <a:r>
              <a:rPr lang="es-ES" sz="2700" b="1" strike="noStrike" spc="-1" dirty="0" err="1">
                <a:solidFill>
                  <a:srgbClr val="000000"/>
                </a:solidFill>
                <a:latin typeface="Arial"/>
                <a:ea typeface="DejaVu Sans"/>
              </a:rPr>
              <a:t>seguro.key</a:t>
            </a:r>
            <a:r>
              <a:rPr lang="es-ES" sz="2700" b="1" strike="noStrike" spc="-1" dirty="0">
                <a:solidFill>
                  <a:srgbClr val="000000"/>
                </a:solidFill>
                <a:latin typeface="Arial"/>
                <a:ea typeface="DejaVu Sans"/>
              </a:rPr>
              <a:t>  –</a:t>
            </a:r>
            <a:r>
              <a:rPr lang="es-ES" sz="2700" b="1" strike="noStrike" spc="-1" dirty="0" err="1">
                <a:solidFill>
                  <a:srgbClr val="000000"/>
                </a:solidFill>
                <a:latin typeface="Arial"/>
                <a:ea typeface="DejaVu Sans"/>
              </a:rPr>
              <a:t>out</a:t>
            </a:r>
            <a:r>
              <a:rPr lang="es-ES" sz="2700" b="1" strike="noStrike" spc="-1" dirty="0">
                <a:solidFill>
                  <a:srgbClr val="000000"/>
                </a:solidFill>
                <a:latin typeface="Arial"/>
                <a:ea typeface="DejaVu Sans"/>
              </a:rPr>
              <a:t>  seguro.crt</a:t>
            </a:r>
            <a:endParaRPr lang="es-ES" sz="2700" b="0" strike="noStrike" spc="-1" dirty="0">
              <a:latin typeface="Arial"/>
            </a:endParaRPr>
          </a:p>
          <a:p>
            <a:pPr>
              <a:lnSpc>
                <a:spcPct val="100000"/>
              </a:lnSpc>
              <a:spcBef>
                <a:spcPts val="541"/>
              </a:spcBef>
            </a:pPr>
            <a:endParaRPr lang="es-ES" sz="2700" b="0" strike="noStrike" spc="-1" dirty="0">
              <a:latin typeface="Arial"/>
            </a:endParaRPr>
          </a:p>
          <a:p>
            <a:pPr>
              <a:lnSpc>
                <a:spcPct val="100000"/>
              </a:lnSpc>
              <a:spcBef>
                <a:spcPts val="541"/>
              </a:spcBef>
            </a:pPr>
            <a:endParaRPr lang="es-ES" sz="2700" b="0" strike="noStrike" spc="-1" dirty="0">
              <a:latin typeface="Arial"/>
            </a:endParaRPr>
          </a:p>
          <a:p>
            <a:pPr>
              <a:lnSpc>
                <a:spcPct val="100000"/>
              </a:lnSpc>
              <a:spcBef>
                <a:spcPts val="541"/>
              </a:spcBef>
            </a:pPr>
            <a:endParaRPr lang="es-ES" sz="2700" b="0" strike="noStrike" spc="-1" dirty="0">
              <a:latin typeface="Arial"/>
            </a:endParaRPr>
          </a:p>
          <a:p>
            <a:pPr>
              <a:lnSpc>
                <a:spcPct val="100000"/>
              </a:lnSpc>
              <a:spcBef>
                <a:spcPts val="541"/>
              </a:spcBef>
            </a:pPr>
            <a:endParaRPr lang="es-ES" sz="2700" b="0" strike="noStrike" spc="-1" dirty="0">
              <a:latin typeface="Arial"/>
            </a:endParaRPr>
          </a:p>
          <a:p>
            <a:pPr algn="just">
              <a:lnSpc>
                <a:spcPct val="100000"/>
              </a:lnSpc>
              <a:spcBef>
                <a:spcPts val="561"/>
              </a:spcBef>
            </a:pPr>
            <a:r>
              <a:rPr lang="es-ES" sz="2800" b="0" strike="noStrike" spc="-1" dirty="0">
                <a:solidFill>
                  <a:srgbClr val="000000"/>
                </a:solidFill>
                <a:latin typeface="Arial"/>
                <a:ea typeface="DejaVu Sans"/>
              </a:rPr>
              <a:t>La opción -</a:t>
            </a:r>
            <a:r>
              <a:rPr lang="es-ES" sz="2800" b="1" strike="noStrike" spc="-1" dirty="0" err="1">
                <a:solidFill>
                  <a:srgbClr val="000000"/>
                </a:solidFill>
                <a:latin typeface="Arial"/>
                <a:ea typeface="DejaVu Sans"/>
              </a:rPr>
              <a:t>days</a:t>
            </a:r>
            <a:r>
              <a:rPr lang="es-ES" sz="2800" b="1" strike="noStrike" spc="-1" dirty="0">
                <a:solidFill>
                  <a:srgbClr val="000000"/>
                </a:solidFill>
                <a:latin typeface="Arial"/>
                <a:ea typeface="DejaVu Sans"/>
              </a:rPr>
              <a:t> 365 </a:t>
            </a:r>
            <a:r>
              <a:rPr lang="es-ES" sz="2800" b="0" strike="noStrike" spc="-1" dirty="0">
                <a:solidFill>
                  <a:srgbClr val="000000"/>
                </a:solidFill>
                <a:latin typeface="Arial"/>
                <a:ea typeface="DejaVu Sans"/>
              </a:rPr>
              <a:t>significa que el certificado tardará 1 año en caducar.</a:t>
            </a:r>
            <a:endParaRPr lang="es-ES" sz="2800" b="0" strike="noStrike" spc="-1" dirty="0">
              <a:latin typeface="Arial"/>
            </a:endParaRPr>
          </a:p>
          <a:p>
            <a:pPr>
              <a:lnSpc>
                <a:spcPct val="100000"/>
              </a:lnSpc>
              <a:spcBef>
                <a:spcPts val="541"/>
              </a:spcBef>
            </a:pPr>
            <a:endParaRPr lang="es-ES" sz="2800" b="0" strike="noStrike" spc="-1" dirty="0">
              <a:latin typeface="Arial"/>
            </a:endParaRPr>
          </a:p>
          <a:p>
            <a:pPr marL="514440" indent="-513360">
              <a:lnSpc>
                <a:spcPct val="100000"/>
              </a:lnSpc>
              <a:spcBef>
                <a:spcPts val="459"/>
              </a:spcBef>
            </a:pPr>
            <a:endParaRPr lang="es-ES" sz="2800" b="0" strike="noStrike" spc="-1" dirty="0">
              <a:latin typeface="Arial"/>
            </a:endParaRPr>
          </a:p>
        </p:txBody>
      </p:sp>
      <p:sp>
        <p:nvSpPr>
          <p:cNvPr id="737"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38"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11E6D42-DD5C-4208-8621-566FABFF2B28}" type="slidenum">
              <a:rPr lang="es-ES" sz="1200" b="0" i="1" strike="noStrike" spc="-1">
                <a:solidFill>
                  <a:srgbClr val="91E614"/>
                </a:solidFill>
                <a:latin typeface="Century Gothic"/>
                <a:ea typeface="DejaVu Sans"/>
              </a:rPr>
              <a:t>147</a:t>
            </a:fld>
            <a:endParaRPr lang="es-ES" sz="1200" b="0" strike="noStrike" spc="-1">
              <a:latin typeface="Arial"/>
            </a:endParaRPr>
          </a:p>
        </p:txBody>
      </p:sp>
      <p:pic>
        <p:nvPicPr>
          <p:cNvPr id="739" name="Picture 3"/>
          <p:cNvPicPr/>
          <p:nvPr/>
        </p:nvPicPr>
        <p:blipFill>
          <a:blip r:embed="rId3"/>
          <a:stretch/>
        </p:blipFill>
        <p:spPr>
          <a:xfrm>
            <a:off x="0" y="3357720"/>
            <a:ext cx="9135000" cy="1707120"/>
          </a:xfrm>
          <a:prstGeom prst="rect">
            <a:avLst/>
          </a:prstGeom>
          <a:ln>
            <a:noFill/>
          </a:ln>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0"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3052800" indent="-305172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41"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000" algn="just">
              <a:lnSpc>
                <a:spcPct val="100000"/>
              </a:lnSpc>
              <a:spcBef>
                <a:spcPts val="561"/>
              </a:spcBef>
            </a:pPr>
            <a:r>
              <a:rPr lang="es-ES" sz="2400" b="0" strike="noStrike" spc="-1">
                <a:solidFill>
                  <a:srgbClr val="000000"/>
                </a:solidFill>
                <a:latin typeface="Arial"/>
                <a:ea typeface="DejaVu Sans"/>
              </a:rPr>
              <a:t>8.</a:t>
            </a:r>
            <a:r>
              <a:rPr lang="es-ES" sz="2800" b="0" strike="noStrike" spc="-1">
                <a:solidFill>
                  <a:srgbClr val="000000"/>
                </a:solidFill>
                <a:latin typeface="Arial"/>
                <a:ea typeface="DejaVu Sans"/>
              </a:rPr>
              <a:t>	Copia la clave y el certificado en los directorios que utiliza por defecto Apache y configura los permisos adecuados.</a:t>
            </a:r>
            <a:endParaRPr lang="es-ES" sz="2800" b="0" strike="noStrike" spc="-1">
              <a:latin typeface="Arial"/>
            </a:endParaRPr>
          </a:p>
          <a:p>
            <a:pPr marL="53352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sudo mv seguro.key    /etc/ssl/private/</a:t>
            </a:r>
            <a:endParaRPr lang="es-ES" sz="2800" b="0" strike="noStrike" spc="-1">
              <a:latin typeface="Arial"/>
            </a:endParaRPr>
          </a:p>
          <a:p>
            <a:pPr marL="53352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sudo mv seguro.crt    /etc/ssl/certs/</a:t>
            </a:r>
            <a:endParaRPr lang="es-ES" sz="2800" b="0" strike="noStrike" spc="-1">
              <a:latin typeface="Arial"/>
            </a:endParaRPr>
          </a:p>
          <a:p>
            <a:pPr marL="53352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sudo chown root:ssl-cert /etc/ssl/private/seguro.key</a:t>
            </a:r>
            <a:endParaRPr lang="es-ES" sz="2800" b="0" strike="noStrike" spc="-1">
              <a:latin typeface="Arial"/>
            </a:endParaRPr>
          </a:p>
          <a:p>
            <a:pPr marL="53352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sudo chmod 640 /etc/ssl/private/seguro.key</a:t>
            </a:r>
            <a:endParaRPr lang="es-ES" sz="2800" b="0" strike="noStrike" spc="-1">
              <a:latin typeface="Arial"/>
            </a:endParaRPr>
          </a:p>
          <a:p>
            <a:pPr marL="533520" indent="-342000">
              <a:lnSpc>
                <a:spcPct val="100000"/>
              </a:lnSpc>
              <a:spcBef>
                <a:spcPts val="561"/>
              </a:spcBef>
              <a:buClr>
                <a:srgbClr val="000000"/>
              </a:buClr>
              <a:buFont typeface="Symbol"/>
              <a:buChar char=""/>
            </a:pPr>
            <a:r>
              <a:rPr lang="es-ES" sz="2800" b="1" strike="noStrike" spc="-1">
                <a:solidFill>
                  <a:srgbClr val="000000"/>
                </a:solidFill>
                <a:latin typeface="Arial"/>
                <a:ea typeface="DejaVu Sans"/>
              </a:rPr>
              <a:t>sudo chown root:root /etc/ssl/certs/seguro.crt</a:t>
            </a:r>
            <a:endParaRPr lang="es-ES" sz="2800" b="0" strike="noStrike" spc="-1">
              <a:latin typeface="Arial"/>
            </a:endParaRPr>
          </a:p>
          <a:p>
            <a:pPr>
              <a:lnSpc>
                <a:spcPct val="100000"/>
              </a:lnSpc>
              <a:spcBef>
                <a:spcPts val="459"/>
              </a:spcBef>
            </a:pPr>
            <a:endParaRPr lang="es-ES" sz="2800" b="0" strike="noStrike" spc="-1">
              <a:latin typeface="Arial"/>
            </a:endParaRPr>
          </a:p>
        </p:txBody>
      </p:sp>
      <p:sp>
        <p:nvSpPr>
          <p:cNvPr id="742"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43"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2D7091B-5ACB-487E-99D6-F17673C5A162}" type="slidenum">
              <a:rPr lang="es-ES" sz="1200" b="0" i="1" strike="noStrike" spc="-1">
                <a:solidFill>
                  <a:srgbClr val="91E614"/>
                </a:solidFill>
                <a:latin typeface="Century Gothic"/>
                <a:ea typeface="DejaVu Sans"/>
              </a:rPr>
              <a:t>148</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2963880" indent="-296280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45"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514440" indent="-513360">
              <a:lnSpc>
                <a:spcPct val="100000"/>
              </a:lnSpc>
              <a:spcBef>
                <a:spcPts val="459"/>
              </a:spcBef>
              <a:buClr>
                <a:srgbClr val="000000"/>
              </a:buClr>
              <a:buFont typeface="StarSymbol"/>
              <a:buAutoNum type="arabicPeriod" startAt="9"/>
            </a:pPr>
            <a:r>
              <a:rPr lang="es-ES" sz="2300" b="0" strike="noStrike" spc="-1" dirty="0">
                <a:solidFill>
                  <a:srgbClr val="000000"/>
                </a:solidFill>
                <a:latin typeface="Arial"/>
                <a:ea typeface="DejaVu Sans"/>
              </a:rPr>
              <a:t>Crea el fichero </a:t>
            </a:r>
            <a:r>
              <a:rPr lang="es-ES" sz="2300" b="1" strike="noStrike" spc="-1" dirty="0">
                <a:solidFill>
                  <a:srgbClr val="000000"/>
                </a:solidFill>
                <a:latin typeface="Arial"/>
                <a:ea typeface="DejaVu Sans"/>
              </a:rPr>
              <a:t>/</a:t>
            </a:r>
            <a:r>
              <a:rPr lang="es-ES" sz="2300" b="1" strike="noStrike" spc="-1" dirty="0" err="1">
                <a:solidFill>
                  <a:srgbClr val="000000"/>
                </a:solidFill>
                <a:latin typeface="Arial"/>
                <a:ea typeface="DejaVu Sans"/>
              </a:rPr>
              <a:t>etc</a:t>
            </a:r>
            <a:r>
              <a:rPr lang="es-ES" sz="2300" b="1" strike="noStrike" spc="-1" dirty="0">
                <a:solidFill>
                  <a:srgbClr val="000000"/>
                </a:solidFill>
                <a:latin typeface="Arial"/>
                <a:ea typeface="DejaVu Sans"/>
              </a:rPr>
              <a:t>/apache2/</a:t>
            </a:r>
            <a:r>
              <a:rPr lang="es-ES" sz="2300" b="1" strike="noStrike" spc="-1" dirty="0" err="1">
                <a:solidFill>
                  <a:srgbClr val="000000"/>
                </a:solidFill>
                <a:latin typeface="Arial"/>
                <a:ea typeface="DejaVu Sans"/>
              </a:rPr>
              <a:t>sites-available</a:t>
            </a:r>
            <a:r>
              <a:rPr lang="es-ES" sz="2300" b="1" strike="noStrike" spc="-1" dirty="0">
                <a:solidFill>
                  <a:srgbClr val="000000"/>
                </a:solidFill>
                <a:latin typeface="Arial"/>
                <a:ea typeface="DejaVu Sans"/>
              </a:rPr>
              <a:t>/</a:t>
            </a:r>
            <a:r>
              <a:rPr lang="es-ES" sz="2300" b="1" strike="noStrike" spc="-1" dirty="0" err="1">
                <a:solidFill>
                  <a:srgbClr val="000000"/>
                </a:solidFill>
                <a:latin typeface="Arial"/>
                <a:ea typeface="DejaVu Sans"/>
              </a:rPr>
              <a:t>seguro.conf</a:t>
            </a:r>
            <a:r>
              <a:rPr lang="es-ES" sz="2300" b="0" strike="noStrike" spc="-1" dirty="0">
                <a:solidFill>
                  <a:srgbClr val="000000"/>
                </a:solidFill>
                <a:latin typeface="Arial"/>
                <a:ea typeface="DejaVu Sans"/>
              </a:rPr>
              <a:t> con las siguientes directivas:</a:t>
            </a:r>
            <a:endParaRPr lang="es-ES" sz="2300" b="0" strike="noStrike" spc="-1" dirty="0">
              <a:latin typeface="Arial"/>
            </a:endParaRPr>
          </a:p>
          <a:p>
            <a:pPr>
              <a:lnSpc>
                <a:spcPct val="100000"/>
              </a:lnSpc>
              <a:spcBef>
                <a:spcPts val="561"/>
              </a:spcBef>
            </a:pPr>
            <a:endParaRPr lang="es-ES" sz="2300" b="0" strike="noStrike" spc="-1" dirty="0">
              <a:latin typeface="Arial"/>
            </a:endParaRPr>
          </a:p>
          <a:p>
            <a:pPr>
              <a:lnSpc>
                <a:spcPct val="100000"/>
              </a:lnSpc>
              <a:spcBef>
                <a:spcPts val="561"/>
              </a:spcBef>
            </a:pPr>
            <a:endParaRPr lang="es-ES" sz="2300" b="0" strike="noStrike" spc="-1" dirty="0">
              <a:latin typeface="Arial"/>
            </a:endParaRPr>
          </a:p>
          <a:p>
            <a:pPr>
              <a:lnSpc>
                <a:spcPct val="100000"/>
              </a:lnSpc>
              <a:spcBef>
                <a:spcPts val="459"/>
              </a:spcBef>
            </a:pPr>
            <a:endParaRPr lang="es-ES" sz="2300" b="0" strike="noStrike" spc="-1" dirty="0">
              <a:latin typeface="Arial"/>
            </a:endParaRPr>
          </a:p>
        </p:txBody>
      </p:sp>
      <p:sp>
        <p:nvSpPr>
          <p:cNvPr id="746"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47"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92EE75A1-EDF1-40DE-A269-85B8CDEB11B5}" type="slidenum">
              <a:rPr lang="es-ES" sz="1200" b="0" i="1" strike="noStrike" spc="-1">
                <a:solidFill>
                  <a:srgbClr val="91E614"/>
                </a:solidFill>
                <a:latin typeface="Century Gothic"/>
                <a:ea typeface="DejaVu Sans"/>
              </a:rPr>
              <a:t>149</a:t>
            </a:fld>
            <a:endParaRPr lang="es-ES" sz="1200" b="0" strike="noStrike" spc="-1">
              <a:latin typeface="Arial"/>
            </a:endParaRPr>
          </a:p>
        </p:txBody>
      </p:sp>
      <p:pic>
        <p:nvPicPr>
          <p:cNvPr id="2" name="Imagen 1"/>
          <p:cNvPicPr>
            <a:picLocks noChangeAspect="1"/>
          </p:cNvPicPr>
          <p:nvPr/>
        </p:nvPicPr>
        <p:blipFill>
          <a:blip r:embed="rId3"/>
          <a:stretch>
            <a:fillRect/>
          </a:stretch>
        </p:blipFill>
        <p:spPr>
          <a:xfrm>
            <a:off x="950525" y="2145547"/>
            <a:ext cx="8168938" cy="3708000"/>
          </a:xfrm>
          <a:prstGeom prst="rect">
            <a:avLst/>
          </a:prstGeom>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9" name="CustomShape 1"/>
          <p:cNvSpPr/>
          <p:nvPr/>
        </p:nvSpPr>
        <p:spPr>
          <a:xfrm>
            <a:off x="152280" y="0"/>
            <a:ext cx="8666640" cy="979920"/>
          </a:xfrm>
          <a:prstGeom prst="rect">
            <a:avLst/>
          </a:prstGeom>
          <a:noFill/>
          <a:ln>
            <a:noFill/>
          </a:ln>
        </p:spPr>
        <p:style>
          <a:lnRef idx="0">
            <a:scrgbClr r="0" g="0" b="0"/>
          </a:lnRef>
          <a:fillRef idx="0">
            <a:scrgbClr r="0" g="0" b="0"/>
          </a:fillRef>
          <a:effectRef idx="0">
            <a:scrgbClr r="0" g="0" b="0"/>
          </a:effectRef>
          <a:fontRef idx="minor"/>
        </p:style>
        <p:txBody>
          <a:bodyPr lIns="92160" tIns="46080" rIns="92160" bIns="46080" anchor="ctr"/>
          <a:lstStyle/>
          <a:p>
            <a:pPr marL="2963880" indent="-2962800">
              <a:lnSpc>
                <a:spcPct val="100000"/>
              </a:lnSpc>
            </a:pPr>
            <a:r>
              <a:rPr lang="es-ES" sz="3400" b="1" strike="noStrike" spc="-1">
                <a:solidFill>
                  <a:srgbClr val="66FF33"/>
                </a:solidFill>
                <a:latin typeface="Century Gothic"/>
                <a:ea typeface="DejaVu Sans"/>
              </a:rPr>
              <a:t>TEMA 5. HTTPS. Módulo mod_ssl </a:t>
            </a:r>
            <a:r>
              <a:rPr lang="es-ES" sz="2600" b="0" strike="noStrike" spc="-1">
                <a:solidFill>
                  <a:srgbClr val="66FF33"/>
                </a:solidFill>
                <a:latin typeface="Century Gothic"/>
                <a:ea typeface="DejaVu Sans"/>
              </a:rPr>
              <a:t>(Debian/Ubuntu)</a:t>
            </a:r>
            <a:r>
              <a:rPr lang="es-ES" sz="2600" b="1" strike="noStrike" spc="-1">
                <a:solidFill>
                  <a:srgbClr val="66FF33"/>
                </a:solidFill>
                <a:latin typeface="Century Gothic"/>
                <a:ea typeface="DejaVu Sans"/>
              </a:rPr>
              <a:t> </a:t>
            </a:r>
            <a:endParaRPr lang="es-ES" sz="2600" b="0" strike="noStrike" spc="-1">
              <a:latin typeface="Arial"/>
            </a:endParaRPr>
          </a:p>
        </p:txBody>
      </p:sp>
      <p:sp>
        <p:nvSpPr>
          <p:cNvPr id="750" name="CustomShape 2"/>
          <p:cNvSpPr/>
          <p:nvPr/>
        </p:nvSpPr>
        <p:spPr>
          <a:xfrm>
            <a:off x="324000" y="1125360"/>
            <a:ext cx="8506440" cy="54280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514440" indent="-513360">
              <a:lnSpc>
                <a:spcPct val="100000"/>
              </a:lnSpc>
              <a:spcBef>
                <a:spcPts val="479"/>
              </a:spcBef>
              <a:buClr>
                <a:srgbClr val="000000"/>
              </a:buClr>
              <a:buFont typeface="StarSymbol"/>
              <a:buAutoNum type="arabicPeriod" startAt="10"/>
            </a:pPr>
            <a:r>
              <a:rPr lang="es-ES" sz="2400" b="0" strike="noStrike" spc="-1" dirty="0">
                <a:solidFill>
                  <a:srgbClr val="000000"/>
                </a:solidFill>
                <a:latin typeface="Arial"/>
                <a:ea typeface="DejaVu Sans"/>
              </a:rPr>
              <a:t>Deshabilita el servidor </a:t>
            </a:r>
            <a:r>
              <a:rPr lang="es-ES" sz="2400" b="0" strike="noStrike" spc="-1" dirty="0" err="1">
                <a:solidFill>
                  <a:srgbClr val="000000"/>
                </a:solidFill>
                <a:latin typeface="Arial"/>
                <a:ea typeface="DejaVu Sans"/>
              </a:rPr>
              <a:t>ssl</a:t>
            </a:r>
            <a:r>
              <a:rPr lang="es-ES" sz="2400" b="0" strike="noStrike" spc="-1" dirty="0">
                <a:solidFill>
                  <a:srgbClr val="000000"/>
                </a:solidFill>
                <a:latin typeface="Arial"/>
                <a:ea typeface="DejaVu Sans"/>
              </a:rPr>
              <a:t> por defecto.</a:t>
            </a:r>
            <a:endParaRPr lang="es-ES" sz="2400" b="0" strike="noStrike" spc="-1" dirty="0">
              <a:latin typeface="Arial"/>
            </a:endParaRPr>
          </a:p>
          <a:p>
            <a:pPr marL="343080" indent="-342000">
              <a:lnSpc>
                <a:spcPct val="100000"/>
              </a:lnSpc>
              <a:spcBef>
                <a:spcPts val="479"/>
              </a:spcBef>
            </a:pPr>
            <a:r>
              <a:rPr lang="es-ES" sz="2400" b="0" strike="noStrike" spc="-1" dirty="0">
                <a:solidFill>
                  <a:srgbClr val="000000"/>
                </a:solidFill>
                <a:latin typeface="Arial"/>
                <a:ea typeface="DejaVu Sans"/>
              </a:rPr>
              <a:t>		</a:t>
            </a:r>
            <a:r>
              <a:rPr lang="es-ES" sz="2400" b="1" strike="noStrike" spc="-1" dirty="0">
                <a:solidFill>
                  <a:srgbClr val="000000"/>
                </a:solidFill>
                <a:latin typeface="Arial"/>
                <a:ea typeface="DejaVu Sans"/>
              </a:rPr>
              <a:t>sudo a2dissite default-</a:t>
            </a:r>
            <a:r>
              <a:rPr lang="es-ES" sz="2400" b="1" strike="noStrike" spc="-1" dirty="0" err="1">
                <a:solidFill>
                  <a:srgbClr val="000000"/>
                </a:solidFill>
                <a:latin typeface="Arial"/>
                <a:ea typeface="DejaVu Sans"/>
              </a:rPr>
              <a:t>ssl</a:t>
            </a:r>
            <a:endParaRPr lang="es-ES" sz="2400" b="0" strike="noStrike" spc="-1" dirty="0">
              <a:latin typeface="Arial"/>
            </a:endParaRPr>
          </a:p>
          <a:p>
            <a:pPr marL="514440" indent="-513360">
              <a:lnSpc>
                <a:spcPct val="100000"/>
              </a:lnSpc>
              <a:spcBef>
                <a:spcPts val="479"/>
              </a:spcBef>
              <a:buClr>
                <a:srgbClr val="000000"/>
              </a:buClr>
              <a:buFont typeface="Century Gothic"/>
              <a:buAutoNum type="arabicPeriod" startAt="11"/>
            </a:pPr>
            <a:r>
              <a:rPr lang="es-ES" sz="2400" b="0" strike="noStrike" spc="-1" dirty="0">
                <a:solidFill>
                  <a:srgbClr val="000000"/>
                </a:solidFill>
                <a:latin typeface="Arial"/>
                <a:ea typeface="DejaVu Sans"/>
              </a:rPr>
              <a:t>   Habilita el servidor virtual seguro.</a:t>
            </a:r>
            <a:endParaRPr lang="es-ES" sz="2400" b="0" strike="noStrike" spc="-1" dirty="0">
              <a:latin typeface="Arial"/>
            </a:endParaRPr>
          </a:p>
          <a:p>
            <a:pPr marL="343080" indent="-342000">
              <a:lnSpc>
                <a:spcPct val="100000"/>
              </a:lnSpc>
              <a:spcBef>
                <a:spcPts val="479"/>
              </a:spcBef>
            </a:pPr>
            <a:r>
              <a:rPr lang="es-ES" sz="2400" b="0" strike="noStrike" spc="-1" dirty="0">
                <a:solidFill>
                  <a:srgbClr val="000000"/>
                </a:solidFill>
                <a:latin typeface="Arial"/>
                <a:ea typeface="DejaVu Sans"/>
              </a:rPr>
              <a:t>		</a:t>
            </a:r>
            <a:r>
              <a:rPr lang="es-ES" sz="2400" b="1" strike="noStrike" spc="-1" dirty="0">
                <a:solidFill>
                  <a:srgbClr val="000000"/>
                </a:solidFill>
                <a:latin typeface="Arial"/>
                <a:ea typeface="DejaVu Sans"/>
              </a:rPr>
              <a:t>sudo a2ensite seguro</a:t>
            </a:r>
            <a:endParaRPr lang="es-ES" sz="2400" b="0" strike="noStrike" spc="-1" dirty="0">
              <a:latin typeface="Arial"/>
            </a:endParaRPr>
          </a:p>
          <a:p>
            <a:pPr marL="811080" indent="-360" algn="just">
              <a:lnSpc>
                <a:spcPct val="100000"/>
              </a:lnSpc>
              <a:spcBef>
                <a:spcPts val="479"/>
              </a:spcBef>
            </a:pPr>
            <a:r>
              <a:rPr lang="es-ES" sz="2400" b="0" strike="noStrike" spc="-1" dirty="0">
                <a:solidFill>
                  <a:srgbClr val="000000"/>
                </a:solidFill>
                <a:latin typeface="Arial"/>
                <a:ea typeface="DejaVu Sans"/>
              </a:rPr>
              <a:t>Observa que dentro del directorio </a:t>
            </a:r>
            <a:r>
              <a:rPr lang="es-ES" sz="2400" b="1" strike="noStrike" spc="-1" dirty="0">
                <a:solidFill>
                  <a:srgbClr val="000000"/>
                </a:solidFill>
                <a:latin typeface="Arial"/>
                <a:ea typeface="DejaVu Sans"/>
              </a:rPr>
              <a:t>/</a:t>
            </a:r>
            <a:r>
              <a:rPr lang="es-ES" sz="2400" b="1" strike="noStrike" spc="-1" dirty="0" err="1">
                <a:solidFill>
                  <a:srgbClr val="000000"/>
                </a:solidFill>
                <a:latin typeface="Arial"/>
                <a:ea typeface="DejaVu Sans"/>
              </a:rPr>
              <a:t>etc</a:t>
            </a:r>
            <a:r>
              <a:rPr lang="es-ES" sz="2400" b="1" strike="noStrike" spc="-1" dirty="0">
                <a:solidFill>
                  <a:srgbClr val="000000"/>
                </a:solidFill>
                <a:latin typeface="Arial"/>
                <a:ea typeface="DejaVu Sans"/>
              </a:rPr>
              <a:t>/apache2/</a:t>
            </a:r>
            <a:r>
              <a:rPr lang="es-ES" sz="2400" b="1" strike="noStrike" spc="-1" dirty="0" err="1">
                <a:solidFill>
                  <a:srgbClr val="000000"/>
                </a:solidFill>
                <a:latin typeface="Arial"/>
                <a:ea typeface="DejaVu Sans"/>
              </a:rPr>
              <a:t>sites-enabled</a:t>
            </a:r>
            <a:r>
              <a:rPr lang="es-ES" sz="2400" b="0" strike="noStrike" spc="-1" dirty="0">
                <a:solidFill>
                  <a:srgbClr val="000000"/>
                </a:solidFill>
                <a:latin typeface="Arial"/>
                <a:ea typeface="DejaVu Sans"/>
              </a:rPr>
              <a:t> se ha creado el enlace  </a:t>
            </a:r>
            <a:r>
              <a:rPr lang="es-ES" sz="2400" b="1" strike="noStrike" spc="-1" dirty="0" err="1">
                <a:solidFill>
                  <a:srgbClr val="000000"/>
                </a:solidFill>
                <a:latin typeface="Arial"/>
                <a:ea typeface="DejaVu Sans"/>
              </a:rPr>
              <a:t>seguro.conf</a:t>
            </a:r>
            <a:r>
              <a:rPr lang="es-ES" sz="2400" b="0" strike="noStrike" spc="-1" dirty="0">
                <a:solidFill>
                  <a:srgbClr val="000000"/>
                </a:solidFill>
                <a:latin typeface="Arial"/>
                <a:ea typeface="DejaVu Sans"/>
              </a:rPr>
              <a:t>.</a:t>
            </a:r>
            <a:endParaRPr lang="es-ES" sz="2400" b="0" strike="noStrike" spc="-1" dirty="0">
              <a:latin typeface="Arial"/>
            </a:endParaRPr>
          </a:p>
          <a:p>
            <a:pPr marL="514440" lvl="1" indent="-513360" algn="just">
              <a:lnSpc>
                <a:spcPct val="100000"/>
              </a:lnSpc>
              <a:spcBef>
                <a:spcPts val="479"/>
              </a:spcBef>
              <a:buClr>
                <a:srgbClr val="000000"/>
              </a:buClr>
              <a:buFont typeface="StarSymbol"/>
              <a:buAutoNum type="arabicPeriod" startAt="12"/>
            </a:pPr>
            <a:r>
              <a:rPr lang="es-ES" sz="2400" b="0" strike="noStrike" spc="-1" dirty="0">
                <a:solidFill>
                  <a:srgbClr val="000000"/>
                </a:solidFill>
                <a:latin typeface="Arial"/>
                <a:ea typeface="DejaVu Sans"/>
              </a:rPr>
              <a:t>Configura el servidor DNS para que resuelva el nombre </a:t>
            </a:r>
            <a:r>
              <a:rPr lang="es-ES" sz="2400" b="1" strike="noStrike" spc="-1" dirty="0">
                <a:solidFill>
                  <a:srgbClr val="000000"/>
                </a:solidFill>
                <a:latin typeface="Arial"/>
                <a:ea typeface="DejaVu Sans"/>
              </a:rPr>
              <a:t>seguro.dawXX.net</a:t>
            </a:r>
            <a:r>
              <a:rPr lang="es-ES" sz="2400" b="0" strike="noStrike" spc="-1" dirty="0">
                <a:solidFill>
                  <a:srgbClr val="000000"/>
                </a:solidFill>
                <a:latin typeface="Arial"/>
                <a:ea typeface="DejaVu Sans"/>
              </a:rPr>
              <a:t>. </a:t>
            </a:r>
            <a:r>
              <a:rPr lang="es-ES" sz="2400" b="0" strike="noStrike" spc="-1" dirty="0">
                <a:solidFill>
                  <a:srgbClr val="000000"/>
                </a:solidFill>
                <a:latin typeface="Calibri"/>
                <a:ea typeface="Calibri"/>
              </a:rPr>
              <a:t>La dirección IP asociada al nombre será la IP de </a:t>
            </a:r>
            <a:r>
              <a:rPr lang="es-ES" sz="2400" b="1" strike="noStrike" spc="-1" dirty="0" err="1">
                <a:solidFill>
                  <a:srgbClr val="000000"/>
                </a:solidFill>
                <a:latin typeface="Calibri"/>
                <a:ea typeface="Calibri"/>
              </a:rPr>
              <a:t>ServidorLinuxXX</a:t>
            </a:r>
            <a:r>
              <a:rPr lang="es-ES" sz="2400" b="0" strike="noStrike" spc="-1" dirty="0">
                <a:solidFill>
                  <a:srgbClr val="000000"/>
                </a:solidFill>
                <a:latin typeface="Calibri"/>
                <a:ea typeface="Calibri"/>
              </a:rPr>
              <a:t>.</a:t>
            </a:r>
            <a:endParaRPr lang="es-ES" sz="2400" b="0" strike="noStrike" spc="-1" dirty="0">
              <a:latin typeface="Arial"/>
            </a:endParaRPr>
          </a:p>
          <a:p>
            <a:pPr marL="514440" lvl="1" indent="-513360" algn="just">
              <a:lnSpc>
                <a:spcPct val="100000"/>
              </a:lnSpc>
              <a:spcBef>
                <a:spcPts val="479"/>
              </a:spcBef>
              <a:buClr>
                <a:srgbClr val="000000"/>
              </a:buClr>
              <a:buFont typeface="StarSymbol"/>
              <a:buAutoNum type="arabicPeriod" startAt="12"/>
            </a:pPr>
            <a:r>
              <a:rPr lang="es-ES" sz="2400" b="0" strike="noStrike" spc="-1" dirty="0">
                <a:solidFill>
                  <a:srgbClr val="000000"/>
                </a:solidFill>
                <a:latin typeface="Arial"/>
                <a:ea typeface="Calibri"/>
              </a:rPr>
              <a:t>Finalmente, podemos establecer la conexión desde un navegador:</a:t>
            </a:r>
            <a:endParaRPr lang="es-ES" sz="2400" b="0" strike="noStrike" spc="-1" dirty="0">
              <a:latin typeface="Arial"/>
            </a:endParaRPr>
          </a:p>
          <a:p>
            <a:pPr marL="514440" indent="-513360">
              <a:lnSpc>
                <a:spcPct val="100000"/>
              </a:lnSpc>
              <a:spcBef>
                <a:spcPts val="479"/>
              </a:spcBef>
            </a:pPr>
            <a:r>
              <a:rPr lang="es-ES" sz="2400" b="0" strike="noStrike" spc="-1" dirty="0">
                <a:solidFill>
                  <a:srgbClr val="000000"/>
                </a:solidFill>
                <a:latin typeface="Arial"/>
                <a:ea typeface="Calibri"/>
              </a:rPr>
              <a:t>			</a:t>
            </a:r>
            <a:r>
              <a:rPr lang="es-ES" sz="2400" b="1" strike="noStrike" spc="-1" dirty="0">
                <a:solidFill>
                  <a:srgbClr val="000000"/>
                </a:solidFill>
                <a:latin typeface="Arial"/>
                <a:ea typeface="Calibri"/>
              </a:rPr>
              <a:t>https://seguro.dawXX.net</a:t>
            </a:r>
            <a:endParaRPr lang="es-ES" sz="2400" b="0" strike="noStrike" spc="-1" dirty="0">
              <a:latin typeface="Arial"/>
            </a:endParaRPr>
          </a:p>
          <a:p>
            <a:pPr>
              <a:lnSpc>
                <a:spcPct val="100000"/>
              </a:lnSpc>
              <a:spcBef>
                <a:spcPts val="561"/>
              </a:spcBef>
            </a:pPr>
            <a:endParaRPr lang="es-ES" sz="2400" b="0" strike="noStrike" spc="-1" dirty="0">
              <a:latin typeface="Arial"/>
            </a:endParaRPr>
          </a:p>
          <a:p>
            <a:pPr>
              <a:lnSpc>
                <a:spcPct val="100000"/>
              </a:lnSpc>
              <a:spcBef>
                <a:spcPts val="459"/>
              </a:spcBef>
            </a:pPr>
            <a:endParaRPr lang="es-ES" sz="2400" b="0" strike="noStrike" spc="-1" dirty="0">
              <a:latin typeface="Arial"/>
            </a:endParaRPr>
          </a:p>
        </p:txBody>
      </p:sp>
      <p:sp>
        <p:nvSpPr>
          <p:cNvPr id="751" name="CustomShape 3"/>
          <p:cNvSpPr/>
          <p:nvPr/>
        </p:nvSpPr>
        <p:spPr>
          <a:xfrm>
            <a:off x="1397160" y="6630840"/>
            <a:ext cx="4823280" cy="105120"/>
          </a:xfrm>
          <a:prstGeom prst="rect">
            <a:avLst/>
          </a:prstGeom>
          <a:noFill/>
          <a:ln w="9360">
            <a:noFill/>
          </a:ln>
        </p:spPr>
        <p:style>
          <a:lnRef idx="0">
            <a:scrgbClr r="0" g="0" b="0"/>
          </a:lnRef>
          <a:fillRef idx="0">
            <a:scrgbClr r="0" g="0" b="0"/>
          </a:fillRef>
          <a:effectRef idx="0">
            <a:scrgbClr r="0" g="0" b="0"/>
          </a:effectRef>
          <a:fontRef idx="minor"/>
        </p:style>
        <p:txBody>
          <a:bodyPr lIns="92160" tIns="46080" rIns="92160" bIns="46080" anchor="ctr"/>
          <a:lstStyle/>
          <a:p>
            <a:pPr>
              <a:lnSpc>
                <a:spcPct val="100000"/>
              </a:lnSpc>
            </a:pPr>
            <a:r>
              <a:rPr lang="es-ES" sz="1200" b="0" i="1" strike="noStrike" spc="-1">
                <a:solidFill>
                  <a:srgbClr val="91E614"/>
                </a:solidFill>
                <a:latin typeface="Century Gothic"/>
                <a:ea typeface="DejaVu Sans"/>
              </a:rPr>
              <a:t>PHP</a:t>
            </a:r>
            <a:endParaRPr lang="es-ES" sz="1200" b="0" strike="noStrike" spc="-1">
              <a:latin typeface="Arial"/>
            </a:endParaRPr>
          </a:p>
        </p:txBody>
      </p:sp>
      <p:sp>
        <p:nvSpPr>
          <p:cNvPr id="752" name="CustomShape 4"/>
          <p:cNvSpPr/>
          <p:nvPr/>
        </p:nvSpPr>
        <p:spPr>
          <a:xfrm>
            <a:off x="8315280" y="6562800"/>
            <a:ext cx="648360" cy="214920"/>
          </a:xfrm>
          <a:prstGeom prst="rect">
            <a:avLst/>
          </a:prstGeom>
          <a:noFill/>
          <a:ln w="9360">
            <a:noFill/>
          </a:ln>
        </p:spPr>
        <p:style>
          <a:lnRef idx="0">
            <a:scrgbClr r="0" g="0" b="0"/>
          </a:lnRef>
          <a:fillRef idx="0">
            <a:scrgbClr r="0" g="0" b="0"/>
          </a:fillRef>
          <a:effectRef idx="0">
            <a:scrgbClr r="0" g="0" b="0"/>
          </a:effectRef>
          <a:fontRef idx="minor"/>
        </p:style>
        <p:txBody>
          <a:bodyPr lIns="92160" tIns="10800" rIns="92160" bIns="10800" anchor="ctr"/>
          <a:lstStyle/>
          <a:p>
            <a:pPr algn="r">
              <a:lnSpc>
                <a:spcPct val="100000"/>
              </a:lnSpc>
            </a:pPr>
            <a:r>
              <a:rPr lang="es-ES" sz="1200" b="0" i="1" strike="noStrike" spc="-1">
                <a:solidFill>
                  <a:srgbClr val="91E614"/>
                </a:solidFill>
                <a:latin typeface="Century Gothic"/>
                <a:ea typeface="DejaVu Sans"/>
              </a:rPr>
              <a:t>| Página </a:t>
            </a:r>
            <a:fld id="{60CC3E06-AA27-401A-AB7E-5485D6AE50C6}" type="slidenum">
              <a:rPr lang="es-ES" sz="1200" b="0" i="1" strike="noStrike" spc="-1">
                <a:solidFill>
                  <a:srgbClr val="91E614"/>
                </a:solidFill>
                <a:latin typeface="Century Gothic"/>
                <a:ea typeface="DejaVu Sans"/>
              </a:rPr>
              <a:t>150</a:t>
            </a:fld>
            <a:endParaRPr lang="es-ES" sz="1200" b="0" strike="noStrike" spc="-1">
              <a:latin typeface="Arial"/>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2948</TotalTime>
  <Words>7386</Words>
  <Application>Microsoft Office PowerPoint</Application>
  <PresentationFormat>Presentación en pantalla (4:3)</PresentationFormat>
  <Paragraphs>1291</Paragraphs>
  <Slides>150</Slides>
  <Notes>150</Notes>
  <HiddenSlides>0</HiddenSlides>
  <MMClips>0</MMClips>
  <ScaleCrop>false</ScaleCrop>
  <HeadingPairs>
    <vt:vector size="6" baseType="variant">
      <vt:variant>
        <vt:lpstr>Fuentes usadas</vt:lpstr>
      </vt:variant>
      <vt:variant>
        <vt:i4>10</vt:i4>
      </vt:variant>
      <vt:variant>
        <vt:lpstr>Tema</vt:lpstr>
      </vt:variant>
      <vt:variant>
        <vt:i4>2</vt:i4>
      </vt:variant>
      <vt:variant>
        <vt:lpstr>Títulos de diapositiva</vt:lpstr>
      </vt:variant>
      <vt:variant>
        <vt:i4>150</vt:i4>
      </vt:variant>
    </vt:vector>
  </HeadingPairs>
  <TitlesOfParts>
    <vt:vector size="162" baseType="lpstr">
      <vt:lpstr>Arial</vt:lpstr>
      <vt:lpstr>Calibri</vt:lpstr>
      <vt:lpstr>Century Gothic</vt:lpstr>
      <vt:lpstr>Courier New</vt:lpstr>
      <vt:lpstr>DejaVu Sans</vt:lpstr>
      <vt:lpstr>StarSymbol</vt:lpstr>
      <vt:lpstr>Symbol</vt:lpstr>
      <vt:lpstr>Times New Roman</vt:lpstr>
      <vt:lpstr>Verdana</vt:lpstr>
      <vt:lpstr>Wingdings</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subject/>
  <dc:creator>Usuario</dc:creator>
  <dc:description/>
  <cp:lastModifiedBy>Paco</cp:lastModifiedBy>
  <cp:revision>185</cp:revision>
  <dcterms:modified xsi:type="dcterms:W3CDTF">2019-12-17T07:09:36Z</dcterms:modified>
  <dc:language>es-ES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150</vt:i4>
  </property>
  <property fmtid="{D5CDD505-2E9C-101B-9397-08002B2CF9AE}" pid="8" name="PresentationFormat">
    <vt:lpwstr>On-screen Show (4:3)</vt:lpwstr>
  </property>
  <property fmtid="{D5CDD505-2E9C-101B-9397-08002B2CF9AE}" pid="9" name="ScaleCrop">
    <vt:bool>false</vt:bool>
  </property>
  <property fmtid="{D5CDD505-2E9C-101B-9397-08002B2CF9AE}" pid="10" name="ShareDoc">
    <vt:bool>false</vt:bool>
  </property>
  <property fmtid="{D5CDD505-2E9C-101B-9397-08002B2CF9AE}" pid="11" name="Slides">
    <vt:i4>150</vt:i4>
  </property>
</Properties>
</file>